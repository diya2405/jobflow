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y="6858000" cx="12192000"/>
  <p:notesSz cx="6858000" cy="9144000"/>
  <p:embeddedFontLst>
    <p:embeddedFont>
      <p:font typeface="Corbel"/>
      <p:regular r:id="rId25"/>
      <p:bold r:id="rId26"/>
      <p:italic r:id="rId27"/>
      <p:boldItalic r:id="rId28"/>
    </p:embeddedFont>
    <p:embeddedFont>
      <p:font typeface="Arial Black"/>
      <p:regular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htX5HhA8uaAXuoMVZ1hVUSSbwkb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Corbel-bold.fntdata"/><Relationship Id="rId25" Type="http://schemas.openxmlformats.org/officeDocument/2006/relationships/font" Target="fonts/Corbel-regular.fntdata"/><Relationship Id="rId28" Type="http://schemas.openxmlformats.org/officeDocument/2006/relationships/font" Target="fonts/Corbel-boldItalic.fntdata"/><Relationship Id="rId27" Type="http://schemas.openxmlformats.org/officeDocument/2006/relationships/font" Target="fonts/Corbel-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ArialBlack-regular.fntdata"/><Relationship Id="rId7" Type="http://schemas.openxmlformats.org/officeDocument/2006/relationships/slide" Target="slides/slide3.xml"/><Relationship Id="rId8" Type="http://schemas.openxmlformats.org/officeDocument/2006/relationships/slide" Target="slides/slide4.xml"/><Relationship Id="rId3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3" name="Shape 13"/>
        <p:cNvGrpSpPr/>
        <p:nvPr/>
      </p:nvGrpSpPr>
      <p:grpSpPr>
        <a:xfrm>
          <a:off x="0" y="0"/>
          <a:ext cx="0" cy="0"/>
          <a:chOff x="0" y="0"/>
          <a:chExt cx="0" cy="0"/>
        </a:xfrm>
      </p:grpSpPr>
      <p:sp>
        <p:nvSpPr>
          <p:cNvPr id="14" name="Google Shape;14;p22"/>
          <p:cNvSpPr/>
          <p:nvPr/>
        </p:nvSpPr>
        <p:spPr>
          <a:xfrm>
            <a:off x="0" y="761999"/>
            <a:ext cx="9141619" cy="5334001"/>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2"/>
          <p:cNvSpPr/>
          <p:nvPr/>
        </p:nvSpPr>
        <p:spPr>
          <a:xfrm>
            <a:off x="9270263" y="761999"/>
            <a:ext cx="2925318" cy="5334001"/>
          </a:xfrm>
          <a:prstGeom prst="rect">
            <a:avLst/>
          </a:prstGeom>
          <a:solidFill>
            <a:srgbClr val="C8C8C8">
              <a:alpha val="4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2"/>
          <p:cNvSpPr txBox="1"/>
          <p:nvPr>
            <p:ph type="ctrTitle"/>
          </p:nvPr>
        </p:nvSpPr>
        <p:spPr>
          <a:xfrm>
            <a:off x="1069848" y="1298448"/>
            <a:ext cx="7315200" cy="325526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FFFFFF"/>
              </a:buClr>
              <a:buSzPts val="5900"/>
              <a:buFont typeface="Corbel"/>
              <a:buNone/>
              <a:defRPr sz="59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2"/>
          <p:cNvSpPr txBox="1"/>
          <p:nvPr>
            <p:ph idx="1" type="subTitle"/>
          </p:nvPr>
        </p:nvSpPr>
        <p:spPr>
          <a:xfrm>
            <a:off x="1100015" y="4670246"/>
            <a:ext cx="7315200" cy="9144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200"/>
              <a:buNone/>
              <a:defRPr sz="2200" cap="none">
                <a:solidFill>
                  <a:srgbClr val="D8E2F3"/>
                </a:solidFill>
              </a:defRPr>
            </a:lvl1pPr>
            <a:lvl2pPr lvl="1" algn="ctr">
              <a:lnSpc>
                <a:spcPct val="90000"/>
              </a:lnSpc>
              <a:spcBef>
                <a:spcPts val="250"/>
              </a:spcBef>
              <a:spcAft>
                <a:spcPts val="0"/>
              </a:spcAft>
              <a:buSzPts val="2200"/>
              <a:buNone/>
              <a:defRPr sz="2200"/>
            </a:lvl2pPr>
            <a:lvl3pPr lvl="2" algn="ctr">
              <a:lnSpc>
                <a:spcPct val="90000"/>
              </a:lnSpc>
              <a:spcBef>
                <a:spcPts val="250"/>
              </a:spcBef>
              <a:spcAft>
                <a:spcPts val="0"/>
              </a:spcAft>
              <a:buSzPts val="2200"/>
              <a:buNone/>
              <a:defRPr sz="2200"/>
            </a:lvl3pPr>
            <a:lvl4pPr lvl="3" algn="ctr">
              <a:lnSpc>
                <a:spcPct val="90000"/>
              </a:lnSpc>
              <a:spcBef>
                <a:spcPts val="250"/>
              </a:spcBef>
              <a:spcAft>
                <a:spcPts val="0"/>
              </a:spcAft>
              <a:buSzPts val="2000"/>
              <a:buNone/>
              <a:defRPr sz="2000"/>
            </a:lvl4pPr>
            <a:lvl5pPr lvl="4" algn="ctr">
              <a:lnSpc>
                <a:spcPct val="90000"/>
              </a:lnSpc>
              <a:spcBef>
                <a:spcPts val="250"/>
              </a:spcBef>
              <a:spcAft>
                <a:spcPts val="0"/>
              </a:spcAft>
              <a:buSzPts val="2000"/>
              <a:buNone/>
              <a:defRPr sz="2000"/>
            </a:lvl5pPr>
            <a:lvl6pPr lvl="5" algn="ctr">
              <a:lnSpc>
                <a:spcPct val="90000"/>
              </a:lnSpc>
              <a:spcBef>
                <a:spcPts val="250"/>
              </a:spcBef>
              <a:spcAft>
                <a:spcPts val="0"/>
              </a:spcAft>
              <a:buSzPts val="2000"/>
              <a:buNone/>
              <a:defRPr sz="2000"/>
            </a:lvl6pPr>
            <a:lvl7pPr lvl="6" algn="ctr">
              <a:lnSpc>
                <a:spcPct val="90000"/>
              </a:lnSpc>
              <a:spcBef>
                <a:spcPts val="250"/>
              </a:spcBef>
              <a:spcAft>
                <a:spcPts val="0"/>
              </a:spcAft>
              <a:buSzPts val="2000"/>
              <a:buNone/>
              <a:defRPr sz="2000"/>
            </a:lvl7pPr>
            <a:lvl8pPr lvl="7" algn="ctr">
              <a:lnSpc>
                <a:spcPct val="90000"/>
              </a:lnSpc>
              <a:spcBef>
                <a:spcPts val="250"/>
              </a:spcBef>
              <a:spcAft>
                <a:spcPts val="0"/>
              </a:spcAft>
              <a:buSzPts val="2000"/>
              <a:buNone/>
              <a:defRPr sz="2000"/>
            </a:lvl8pPr>
            <a:lvl9pPr lvl="8" algn="ctr">
              <a:lnSpc>
                <a:spcPct val="90000"/>
              </a:lnSpc>
              <a:spcBef>
                <a:spcPts val="250"/>
              </a:spcBef>
              <a:spcAft>
                <a:spcPts val="250"/>
              </a:spcAft>
              <a:buSzPts val="2000"/>
              <a:buNone/>
              <a:defRPr sz="2000"/>
            </a:lvl9pPr>
          </a:lstStyle>
          <a:p/>
        </p:txBody>
      </p:sp>
      <p:sp>
        <p:nvSpPr>
          <p:cNvPr id="18" name="Google Shape;18;p22"/>
          <p:cNvSpPr txBox="1"/>
          <p:nvPr>
            <p:ph idx="10" type="dt"/>
          </p:nvPr>
        </p:nvSpPr>
        <p:spPr>
          <a:xfrm>
            <a:off x="262465"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2"/>
          <p:cNvSpPr txBox="1"/>
          <p:nvPr>
            <p:ph idx="11" type="ftr"/>
          </p:nvPr>
        </p:nvSpPr>
        <p:spPr>
          <a:xfrm>
            <a:off x="3869268" y="6356350"/>
            <a:ext cx="5911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2"/>
          <p:cNvSpPr txBox="1"/>
          <p:nvPr>
            <p:ph idx="12" type="sldNum"/>
          </p:nvPr>
        </p:nvSpPr>
        <p:spPr>
          <a:xfrm>
            <a:off x="10634135" y="6356350"/>
            <a:ext cx="153092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3"/>
          <p:cNvSpPr txBox="1"/>
          <p:nvPr>
            <p:ph type="title"/>
          </p:nvPr>
        </p:nvSpPr>
        <p:spPr>
          <a:xfrm>
            <a:off x="252919" y="1123837"/>
            <a:ext cx="2947482" cy="460118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3"/>
          <p:cNvSpPr txBox="1"/>
          <p:nvPr>
            <p:ph idx="1" type="body"/>
          </p:nvPr>
        </p:nvSpPr>
        <p:spPr>
          <a:xfrm>
            <a:off x="3869268" y="864108"/>
            <a:ext cx="7315200" cy="5120640"/>
          </a:xfrm>
          <a:prstGeom prst="rect">
            <a:avLst/>
          </a:prstGeom>
          <a:noFill/>
          <a:ln>
            <a:noFill/>
          </a:ln>
        </p:spPr>
        <p:txBody>
          <a:bodyPr anchorCtr="0" anchor="ctr" bIns="45700" lIns="91425" spcFirstLastPara="1" rIns="91425" wrap="square" tIns="45700">
            <a:normAutofit/>
          </a:bodyPr>
          <a:lstStyle>
            <a:lvl1pPr indent="-342900" lvl="0" marL="457200" algn="l">
              <a:lnSpc>
                <a:spcPct val="90000"/>
              </a:lnSpc>
              <a:spcBef>
                <a:spcPts val="1200"/>
              </a:spcBef>
              <a:spcAft>
                <a:spcPts val="0"/>
              </a:spcAft>
              <a:buSzPts val="1800"/>
              <a:buChar char="●"/>
              <a:defRPr/>
            </a:lvl1pPr>
            <a:lvl2pPr indent="-342900" lvl="1" marL="914400" algn="l">
              <a:lnSpc>
                <a:spcPct val="90000"/>
              </a:lnSpc>
              <a:spcBef>
                <a:spcPts val="250"/>
              </a:spcBef>
              <a:spcAft>
                <a:spcPts val="0"/>
              </a:spcAft>
              <a:buSzPts val="1800"/>
              <a:buChar char="●"/>
              <a:defRPr/>
            </a:lvl2pPr>
            <a:lvl3pPr indent="-342900" lvl="2" marL="1371600" algn="l">
              <a:lnSpc>
                <a:spcPct val="90000"/>
              </a:lnSpc>
              <a:spcBef>
                <a:spcPts val="250"/>
              </a:spcBef>
              <a:spcAft>
                <a:spcPts val="0"/>
              </a:spcAft>
              <a:buSzPts val="1800"/>
              <a:buChar char="●"/>
              <a:defRPr/>
            </a:lvl3pPr>
            <a:lvl4pPr indent="-342900" lvl="3" marL="1828800" algn="l">
              <a:lnSpc>
                <a:spcPct val="90000"/>
              </a:lnSpc>
              <a:spcBef>
                <a:spcPts val="250"/>
              </a:spcBef>
              <a:spcAft>
                <a:spcPts val="0"/>
              </a:spcAft>
              <a:buSzPts val="1800"/>
              <a:buChar char="●"/>
              <a:defRPr/>
            </a:lvl4pPr>
            <a:lvl5pPr indent="-342900" lvl="4" marL="2286000" algn="l">
              <a:lnSpc>
                <a:spcPct val="90000"/>
              </a:lnSpc>
              <a:spcBef>
                <a:spcPts val="250"/>
              </a:spcBef>
              <a:spcAft>
                <a:spcPts val="0"/>
              </a:spcAft>
              <a:buSzPts val="1800"/>
              <a:buChar char="●"/>
              <a:defRPr/>
            </a:lvl5pPr>
            <a:lvl6pPr indent="-342900" lvl="5" marL="2743200" algn="l">
              <a:lnSpc>
                <a:spcPct val="90000"/>
              </a:lnSpc>
              <a:spcBef>
                <a:spcPts val="250"/>
              </a:spcBef>
              <a:spcAft>
                <a:spcPts val="0"/>
              </a:spcAft>
              <a:buSzPts val="1800"/>
              <a:buChar char="●"/>
              <a:defRPr/>
            </a:lvl6pPr>
            <a:lvl7pPr indent="-342900" lvl="6" marL="3200400" algn="l">
              <a:lnSpc>
                <a:spcPct val="90000"/>
              </a:lnSpc>
              <a:spcBef>
                <a:spcPts val="250"/>
              </a:spcBef>
              <a:spcAft>
                <a:spcPts val="0"/>
              </a:spcAft>
              <a:buSzPts val="1800"/>
              <a:buChar char="●"/>
              <a:defRPr/>
            </a:lvl7pPr>
            <a:lvl8pPr indent="-342900" lvl="7" marL="3657600" algn="l">
              <a:lnSpc>
                <a:spcPct val="90000"/>
              </a:lnSpc>
              <a:spcBef>
                <a:spcPts val="250"/>
              </a:spcBef>
              <a:spcAft>
                <a:spcPts val="0"/>
              </a:spcAft>
              <a:buSzPts val="1800"/>
              <a:buChar char="●"/>
              <a:defRPr/>
            </a:lvl8pPr>
            <a:lvl9pPr indent="-342900" lvl="8" marL="4114800" algn="l">
              <a:lnSpc>
                <a:spcPct val="90000"/>
              </a:lnSpc>
              <a:spcBef>
                <a:spcPts val="250"/>
              </a:spcBef>
              <a:spcAft>
                <a:spcPts val="250"/>
              </a:spcAft>
              <a:buSzPts val="1800"/>
              <a:buChar char="●"/>
              <a:defRPr/>
            </a:lvl9pPr>
          </a:lstStyle>
          <a:p/>
        </p:txBody>
      </p:sp>
      <p:sp>
        <p:nvSpPr>
          <p:cNvPr id="24" name="Google Shape;24;p23"/>
          <p:cNvSpPr txBox="1"/>
          <p:nvPr>
            <p:ph idx="10" type="dt"/>
          </p:nvPr>
        </p:nvSpPr>
        <p:spPr>
          <a:xfrm>
            <a:off x="262465"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3"/>
          <p:cNvSpPr txBox="1"/>
          <p:nvPr>
            <p:ph idx="11" type="ftr"/>
          </p:nvPr>
        </p:nvSpPr>
        <p:spPr>
          <a:xfrm>
            <a:off x="3869268" y="6356350"/>
            <a:ext cx="5911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3"/>
          <p:cNvSpPr txBox="1"/>
          <p:nvPr>
            <p:ph idx="12" type="sldNum"/>
          </p:nvPr>
        </p:nvSpPr>
        <p:spPr>
          <a:xfrm>
            <a:off x="10634135" y="6356350"/>
            <a:ext cx="153092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 name="Shape 27"/>
        <p:cNvGrpSpPr/>
        <p:nvPr/>
      </p:nvGrpSpPr>
      <p:grpSpPr>
        <a:xfrm>
          <a:off x="0" y="0"/>
          <a:ext cx="0" cy="0"/>
          <a:chOff x="0" y="0"/>
          <a:chExt cx="0" cy="0"/>
        </a:xfrm>
      </p:grpSpPr>
      <p:sp>
        <p:nvSpPr>
          <p:cNvPr id="28" name="Google Shape;28;p24"/>
          <p:cNvSpPr txBox="1"/>
          <p:nvPr>
            <p:ph type="title"/>
          </p:nvPr>
        </p:nvSpPr>
        <p:spPr>
          <a:xfrm>
            <a:off x="252919" y="1123837"/>
            <a:ext cx="2947482" cy="460118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4"/>
          <p:cNvSpPr txBox="1"/>
          <p:nvPr>
            <p:ph idx="1" type="body"/>
          </p:nvPr>
        </p:nvSpPr>
        <p:spPr>
          <a:xfrm>
            <a:off x="3867912" y="868680"/>
            <a:ext cx="3474720" cy="5120640"/>
          </a:xfrm>
          <a:prstGeom prst="rect">
            <a:avLst/>
          </a:prstGeom>
          <a:noFill/>
          <a:ln>
            <a:noFill/>
          </a:ln>
        </p:spPr>
        <p:txBody>
          <a:bodyPr anchorCtr="0" anchor="ctr" bIns="45700" lIns="91425" spcFirstLastPara="1" rIns="91425" wrap="square" tIns="45700">
            <a:normAutofit/>
          </a:bodyPr>
          <a:lstStyle>
            <a:lvl1pPr indent="-355600" lvl="0" marL="457200" algn="l">
              <a:lnSpc>
                <a:spcPct val="90000"/>
              </a:lnSpc>
              <a:spcBef>
                <a:spcPts val="1200"/>
              </a:spcBef>
              <a:spcAft>
                <a:spcPts val="0"/>
              </a:spcAft>
              <a:buSzPts val="2000"/>
              <a:buChar char="●"/>
              <a:defRPr sz="2000"/>
            </a:lvl1pPr>
            <a:lvl2pPr indent="-342900" lvl="1" marL="914400" algn="l">
              <a:lnSpc>
                <a:spcPct val="90000"/>
              </a:lnSpc>
              <a:spcBef>
                <a:spcPts val="250"/>
              </a:spcBef>
              <a:spcAft>
                <a:spcPts val="0"/>
              </a:spcAft>
              <a:buSzPts val="1800"/>
              <a:buChar char="●"/>
              <a:defRPr sz="1800"/>
            </a:lvl2pPr>
            <a:lvl3pPr indent="-330200" lvl="2" marL="1371600" algn="l">
              <a:lnSpc>
                <a:spcPct val="90000"/>
              </a:lnSpc>
              <a:spcBef>
                <a:spcPts val="250"/>
              </a:spcBef>
              <a:spcAft>
                <a:spcPts val="0"/>
              </a:spcAft>
              <a:buSzPts val="1600"/>
              <a:buChar char="●"/>
              <a:defRPr sz="1600"/>
            </a:lvl3pPr>
            <a:lvl4pPr indent="-317500" lvl="3" marL="1828800" algn="l">
              <a:lnSpc>
                <a:spcPct val="90000"/>
              </a:lnSpc>
              <a:spcBef>
                <a:spcPts val="250"/>
              </a:spcBef>
              <a:spcAft>
                <a:spcPts val="0"/>
              </a:spcAft>
              <a:buSzPts val="1400"/>
              <a:buChar char="●"/>
              <a:defRPr sz="1400"/>
            </a:lvl4pPr>
            <a:lvl5pPr indent="-317500" lvl="4" marL="2286000" algn="l">
              <a:lnSpc>
                <a:spcPct val="90000"/>
              </a:lnSpc>
              <a:spcBef>
                <a:spcPts val="250"/>
              </a:spcBef>
              <a:spcAft>
                <a:spcPts val="0"/>
              </a:spcAft>
              <a:buSzPts val="1400"/>
              <a:buChar char="●"/>
              <a:defRPr sz="1400"/>
            </a:lvl5pPr>
            <a:lvl6pPr indent="-317500" lvl="5" marL="2743200" algn="l">
              <a:lnSpc>
                <a:spcPct val="90000"/>
              </a:lnSpc>
              <a:spcBef>
                <a:spcPts val="250"/>
              </a:spcBef>
              <a:spcAft>
                <a:spcPts val="0"/>
              </a:spcAft>
              <a:buSzPts val="1400"/>
              <a:buChar char="●"/>
              <a:defRPr sz="1400"/>
            </a:lvl6pPr>
            <a:lvl7pPr indent="-317500" lvl="6" marL="3200400" algn="l">
              <a:lnSpc>
                <a:spcPct val="90000"/>
              </a:lnSpc>
              <a:spcBef>
                <a:spcPts val="250"/>
              </a:spcBef>
              <a:spcAft>
                <a:spcPts val="0"/>
              </a:spcAft>
              <a:buSzPts val="1400"/>
              <a:buChar char="●"/>
              <a:defRPr sz="1400"/>
            </a:lvl7pPr>
            <a:lvl8pPr indent="-317500" lvl="7" marL="3657600" algn="l">
              <a:lnSpc>
                <a:spcPct val="90000"/>
              </a:lnSpc>
              <a:spcBef>
                <a:spcPts val="250"/>
              </a:spcBef>
              <a:spcAft>
                <a:spcPts val="0"/>
              </a:spcAft>
              <a:buSzPts val="1400"/>
              <a:buChar char="●"/>
              <a:defRPr sz="1400"/>
            </a:lvl8pPr>
            <a:lvl9pPr indent="-317500" lvl="8" marL="4114800" algn="l">
              <a:lnSpc>
                <a:spcPct val="90000"/>
              </a:lnSpc>
              <a:spcBef>
                <a:spcPts val="250"/>
              </a:spcBef>
              <a:spcAft>
                <a:spcPts val="250"/>
              </a:spcAft>
              <a:buSzPts val="1400"/>
              <a:buChar char="●"/>
              <a:defRPr sz="1400"/>
            </a:lvl9pPr>
          </a:lstStyle>
          <a:p/>
        </p:txBody>
      </p:sp>
      <p:sp>
        <p:nvSpPr>
          <p:cNvPr id="30" name="Google Shape;30;p24"/>
          <p:cNvSpPr txBox="1"/>
          <p:nvPr>
            <p:ph idx="2" type="body"/>
          </p:nvPr>
        </p:nvSpPr>
        <p:spPr>
          <a:xfrm>
            <a:off x="7818120" y="868680"/>
            <a:ext cx="3474720" cy="5120640"/>
          </a:xfrm>
          <a:prstGeom prst="rect">
            <a:avLst/>
          </a:prstGeom>
          <a:noFill/>
          <a:ln>
            <a:noFill/>
          </a:ln>
        </p:spPr>
        <p:txBody>
          <a:bodyPr anchorCtr="0" anchor="ctr" bIns="45700" lIns="91425" spcFirstLastPara="1" rIns="91425" wrap="square" tIns="45700">
            <a:normAutofit/>
          </a:bodyPr>
          <a:lstStyle>
            <a:lvl1pPr indent="-355600" lvl="0" marL="457200" algn="l">
              <a:lnSpc>
                <a:spcPct val="90000"/>
              </a:lnSpc>
              <a:spcBef>
                <a:spcPts val="1200"/>
              </a:spcBef>
              <a:spcAft>
                <a:spcPts val="0"/>
              </a:spcAft>
              <a:buSzPts val="2000"/>
              <a:buChar char="●"/>
              <a:defRPr sz="2000"/>
            </a:lvl1pPr>
            <a:lvl2pPr indent="-342900" lvl="1" marL="914400" algn="l">
              <a:lnSpc>
                <a:spcPct val="90000"/>
              </a:lnSpc>
              <a:spcBef>
                <a:spcPts val="250"/>
              </a:spcBef>
              <a:spcAft>
                <a:spcPts val="0"/>
              </a:spcAft>
              <a:buSzPts val="1800"/>
              <a:buChar char="●"/>
              <a:defRPr sz="1800"/>
            </a:lvl2pPr>
            <a:lvl3pPr indent="-330200" lvl="2" marL="1371600" algn="l">
              <a:lnSpc>
                <a:spcPct val="90000"/>
              </a:lnSpc>
              <a:spcBef>
                <a:spcPts val="250"/>
              </a:spcBef>
              <a:spcAft>
                <a:spcPts val="0"/>
              </a:spcAft>
              <a:buSzPts val="1600"/>
              <a:buChar char="●"/>
              <a:defRPr sz="1600"/>
            </a:lvl3pPr>
            <a:lvl4pPr indent="-317500" lvl="3" marL="1828800" algn="l">
              <a:lnSpc>
                <a:spcPct val="90000"/>
              </a:lnSpc>
              <a:spcBef>
                <a:spcPts val="250"/>
              </a:spcBef>
              <a:spcAft>
                <a:spcPts val="0"/>
              </a:spcAft>
              <a:buSzPts val="1400"/>
              <a:buChar char="●"/>
              <a:defRPr sz="1400"/>
            </a:lvl4pPr>
            <a:lvl5pPr indent="-317500" lvl="4" marL="2286000" algn="l">
              <a:lnSpc>
                <a:spcPct val="90000"/>
              </a:lnSpc>
              <a:spcBef>
                <a:spcPts val="250"/>
              </a:spcBef>
              <a:spcAft>
                <a:spcPts val="0"/>
              </a:spcAft>
              <a:buSzPts val="1400"/>
              <a:buChar char="●"/>
              <a:defRPr sz="1400"/>
            </a:lvl5pPr>
            <a:lvl6pPr indent="-317500" lvl="5" marL="2743200" algn="l">
              <a:lnSpc>
                <a:spcPct val="90000"/>
              </a:lnSpc>
              <a:spcBef>
                <a:spcPts val="250"/>
              </a:spcBef>
              <a:spcAft>
                <a:spcPts val="0"/>
              </a:spcAft>
              <a:buSzPts val="1400"/>
              <a:buChar char="●"/>
              <a:defRPr sz="1400"/>
            </a:lvl6pPr>
            <a:lvl7pPr indent="-317500" lvl="6" marL="3200400" algn="l">
              <a:lnSpc>
                <a:spcPct val="90000"/>
              </a:lnSpc>
              <a:spcBef>
                <a:spcPts val="250"/>
              </a:spcBef>
              <a:spcAft>
                <a:spcPts val="0"/>
              </a:spcAft>
              <a:buSzPts val="1400"/>
              <a:buChar char="●"/>
              <a:defRPr sz="1400"/>
            </a:lvl7pPr>
            <a:lvl8pPr indent="-317500" lvl="7" marL="3657600" algn="l">
              <a:lnSpc>
                <a:spcPct val="90000"/>
              </a:lnSpc>
              <a:spcBef>
                <a:spcPts val="250"/>
              </a:spcBef>
              <a:spcAft>
                <a:spcPts val="0"/>
              </a:spcAft>
              <a:buSzPts val="1400"/>
              <a:buChar char="●"/>
              <a:defRPr sz="1400"/>
            </a:lvl8pPr>
            <a:lvl9pPr indent="-317500" lvl="8" marL="4114800" algn="l">
              <a:lnSpc>
                <a:spcPct val="90000"/>
              </a:lnSpc>
              <a:spcBef>
                <a:spcPts val="250"/>
              </a:spcBef>
              <a:spcAft>
                <a:spcPts val="250"/>
              </a:spcAft>
              <a:buSzPts val="1400"/>
              <a:buChar char="●"/>
              <a:defRPr sz="1400"/>
            </a:lvl9pPr>
          </a:lstStyle>
          <a:p/>
        </p:txBody>
      </p:sp>
      <p:sp>
        <p:nvSpPr>
          <p:cNvPr id="31" name="Google Shape;31;p24"/>
          <p:cNvSpPr txBox="1"/>
          <p:nvPr>
            <p:ph idx="10" type="dt"/>
          </p:nvPr>
        </p:nvSpPr>
        <p:spPr>
          <a:xfrm>
            <a:off x="262465"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4"/>
          <p:cNvSpPr txBox="1"/>
          <p:nvPr>
            <p:ph idx="11" type="ftr"/>
          </p:nvPr>
        </p:nvSpPr>
        <p:spPr>
          <a:xfrm>
            <a:off x="3869268" y="6356350"/>
            <a:ext cx="5911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24"/>
          <p:cNvSpPr txBox="1"/>
          <p:nvPr>
            <p:ph idx="12" type="sldNum"/>
          </p:nvPr>
        </p:nvSpPr>
        <p:spPr>
          <a:xfrm>
            <a:off x="10634135" y="6356350"/>
            <a:ext cx="153092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25"/>
          <p:cNvSpPr txBox="1"/>
          <p:nvPr>
            <p:ph type="title"/>
          </p:nvPr>
        </p:nvSpPr>
        <p:spPr>
          <a:xfrm>
            <a:off x="3867912" y="1298448"/>
            <a:ext cx="7315200" cy="325526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595959"/>
              </a:buClr>
              <a:buSzPts val="5900"/>
              <a:buFont typeface="Corbel"/>
              <a:buNone/>
              <a:defRPr b="0" sz="5900">
                <a:solidFill>
                  <a:srgbClr val="595959"/>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25"/>
          <p:cNvSpPr txBox="1"/>
          <p:nvPr>
            <p:ph idx="1" type="body"/>
          </p:nvPr>
        </p:nvSpPr>
        <p:spPr>
          <a:xfrm>
            <a:off x="3886200" y="4672584"/>
            <a:ext cx="7315200" cy="9144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200"/>
              <a:buNone/>
              <a:defRPr sz="2200" cap="none">
                <a:solidFill>
                  <a:srgbClr val="595959"/>
                </a:solidFill>
              </a:defRPr>
            </a:lvl1pPr>
            <a:lvl2pPr indent="-228600" lvl="1" marL="914400" algn="l">
              <a:lnSpc>
                <a:spcPct val="90000"/>
              </a:lnSpc>
              <a:spcBef>
                <a:spcPts val="250"/>
              </a:spcBef>
              <a:spcAft>
                <a:spcPts val="0"/>
              </a:spcAft>
              <a:buSzPts val="1800"/>
              <a:buNone/>
              <a:defRPr sz="1800">
                <a:solidFill>
                  <a:srgbClr val="888888"/>
                </a:solidFill>
              </a:defRPr>
            </a:lvl2pPr>
            <a:lvl3pPr indent="-228600" lvl="2" marL="1371600" algn="l">
              <a:lnSpc>
                <a:spcPct val="90000"/>
              </a:lnSpc>
              <a:spcBef>
                <a:spcPts val="250"/>
              </a:spcBef>
              <a:spcAft>
                <a:spcPts val="0"/>
              </a:spcAft>
              <a:buSzPts val="1600"/>
              <a:buNone/>
              <a:defRPr sz="1600">
                <a:solidFill>
                  <a:srgbClr val="888888"/>
                </a:solidFill>
              </a:defRPr>
            </a:lvl3pPr>
            <a:lvl4pPr indent="-228600" lvl="3" marL="1828800" algn="l">
              <a:lnSpc>
                <a:spcPct val="90000"/>
              </a:lnSpc>
              <a:spcBef>
                <a:spcPts val="250"/>
              </a:spcBef>
              <a:spcAft>
                <a:spcPts val="0"/>
              </a:spcAft>
              <a:buSzPts val="1400"/>
              <a:buNone/>
              <a:defRPr sz="1400">
                <a:solidFill>
                  <a:srgbClr val="888888"/>
                </a:solidFill>
              </a:defRPr>
            </a:lvl4pPr>
            <a:lvl5pPr indent="-228600" lvl="4" marL="2286000" algn="l">
              <a:lnSpc>
                <a:spcPct val="90000"/>
              </a:lnSpc>
              <a:spcBef>
                <a:spcPts val="250"/>
              </a:spcBef>
              <a:spcAft>
                <a:spcPts val="0"/>
              </a:spcAft>
              <a:buSzPts val="1400"/>
              <a:buNone/>
              <a:defRPr sz="1400">
                <a:solidFill>
                  <a:srgbClr val="888888"/>
                </a:solidFill>
              </a:defRPr>
            </a:lvl5pPr>
            <a:lvl6pPr indent="-228600" lvl="5" marL="2743200" algn="l">
              <a:lnSpc>
                <a:spcPct val="90000"/>
              </a:lnSpc>
              <a:spcBef>
                <a:spcPts val="250"/>
              </a:spcBef>
              <a:spcAft>
                <a:spcPts val="0"/>
              </a:spcAft>
              <a:buSzPts val="1400"/>
              <a:buNone/>
              <a:defRPr sz="1400">
                <a:solidFill>
                  <a:srgbClr val="888888"/>
                </a:solidFill>
              </a:defRPr>
            </a:lvl6pPr>
            <a:lvl7pPr indent="-228600" lvl="6" marL="3200400" algn="l">
              <a:lnSpc>
                <a:spcPct val="90000"/>
              </a:lnSpc>
              <a:spcBef>
                <a:spcPts val="250"/>
              </a:spcBef>
              <a:spcAft>
                <a:spcPts val="0"/>
              </a:spcAft>
              <a:buSzPts val="1400"/>
              <a:buNone/>
              <a:defRPr sz="1400">
                <a:solidFill>
                  <a:srgbClr val="888888"/>
                </a:solidFill>
              </a:defRPr>
            </a:lvl7pPr>
            <a:lvl8pPr indent="-228600" lvl="7" marL="3657600" algn="l">
              <a:lnSpc>
                <a:spcPct val="90000"/>
              </a:lnSpc>
              <a:spcBef>
                <a:spcPts val="250"/>
              </a:spcBef>
              <a:spcAft>
                <a:spcPts val="0"/>
              </a:spcAft>
              <a:buSzPts val="1400"/>
              <a:buNone/>
              <a:defRPr sz="1400">
                <a:solidFill>
                  <a:srgbClr val="888888"/>
                </a:solidFill>
              </a:defRPr>
            </a:lvl8pPr>
            <a:lvl9pPr indent="-228600" lvl="8" marL="4114800" algn="l">
              <a:lnSpc>
                <a:spcPct val="90000"/>
              </a:lnSpc>
              <a:spcBef>
                <a:spcPts val="250"/>
              </a:spcBef>
              <a:spcAft>
                <a:spcPts val="250"/>
              </a:spcAft>
              <a:buSzPts val="1400"/>
              <a:buNone/>
              <a:defRPr sz="1400">
                <a:solidFill>
                  <a:srgbClr val="888888"/>
                </a:solidFill>
              </a:defRPr>
            </a:lvl9pPr>
          </a:lstStyle>
          <a:p/>
        </p:txBody>
      </p:sp>
      <p:sp>
        <p:nvSpPr>
          <p:cNvPr id="37" name="Google Shape;37;p25"/>
          <p:cNvSpPr txBox="1"/>
          <p:nvPr>
            <p:ph idx="10" type="dt"/>
          </p:nvPr>
        </p:nvSpPr>
        <p:spPr>
          <a:xfrm>
            <a:off x="262465"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5"/>
          <p:cNvSpPr txBox="1"/>
          <p:nvPr>
            <p:ph idx="11" type="ftr"/>
          </p:nvPr>
        </p:nvSpPr>
        <p:spPr>
          <a:xfrm>
            <a:off x="3869268" y="6356350"/>
            <a:ext cx="5911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5"/>
          <p:cNvSpPr txBox="1"/>
          <p:nvPr>
            <p:ph idx="12" type="sldNum"/>
          </p:nvPr>
        </p:nvSpPr>
        <p:spPr>
          <a:xfrm>
            <a:off x="10634135" y="6356350"/>
            <a:ext cx="153092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6"/>
          <p:cNvSpPr txBox="1"/>
          <p:nvPr>
            <p:ph type="title"/>
          </p:nvPr>
        </p:nvSpPr>
        <p:spPr>
          <a:xfrm>
            <a:off x="252919" y="1123837"/>
            <a:ext cx="2947482" cy="460118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6"/>
          <p:cNvSpPr txBox="1"/>
          <p:nvPr>
            <p:ph idx="1" type="body"/>
          </p:nvPr>
        </p:nvSpPr>
        <p:spPr>
          <a:xfrm>
            <a:off x="3867912" y="1023586"/>
            <a:ext cx="3474720" cy="80772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0"/>
              </a:spcBef>
              <a:spcAft>
                <a:spcPts val="0"/>
              </a:spcAft>
              <a:buSzPts val="2000"/>
              <a:buNone/>
              <a:defRPr b="1" sz="2000">
                <a:solidFill>
                  <a:srgbClr val="595959"/>
                </a:solidFill>
              </a:defRPr>
            </a:lvl1pPr>
            <a:lvl2pPr indent="-228600" lvl="1" marL="914400" algn="l">
              <a:lnSpc>
                <a:spcPct val="90000"/>
              </a:lnSpc>
              <a:spcBef>
                <a:spcPts val="250"/>
              </a:spcBef>
              <a:spcAft>
                <a:spcPts val="0"/>
              </a:spcAft>
              <a:buSzPts val="2000"/>
              <a:buNone/>
              <a:defRPr b="1" sz="2000"/>
            </a:lvl2pPr>
            <a:lvl3pPr indent="-228600" lvl="2" marL="1371600" algn="l">
              <a:lnSpc>
                <a:spcPct val="90000"/>
              </a:lnSpc>
              <a:spcBef>
                <a:spcPts val="250"/>
              </a:spcBef>
              <a:spcAft>
                <a:spcPts val="0"/>
              </a:spcAft>
              <a:buSzPts val="1800"/>
              <a:buNone/>
              <a:defRPr b="1" sz="1800"/>
            </a:lvl3pPr>
            <a:lvl4pPr indent="-228600" lvl="3" marL="1828800" algn="l">
              <a:lnSpc>
                <a:spcPct val="90000"/>
              </a:lnSpc>
              <a:spcBef>
                <a:spcPts val="250"/>
              </a:spcBef>
              <a:spcAft>
                <a:spcPts val="0"/>
              </a:spcAft>
              <a:buSzPts val="1600"/>
              <a:buNone/>
              <a:defRPr b="1" sz="1600"/>
            </a:lvl4pPr>
            <a:lvl5pPr indent="-228600" lvl="4" marL="2286000" algn="l">
              <a:lnSpc>
                <a:spcPct val="90000"/>
              </a:lnSpc>
              <a:spcBef>
                <a:spcPts val="250"/>
              </a:spcBef>
              <a:spcAft>
                <a:spcPts val="0"/>
              </a:spcAft>
              <a:buSzPts val="1600"/>
              <a:buNone/>
              <a:defRPr b="1" sz="1600"/>
            </a:lvl5pPr>
            <a:lvl6pPr indent="-228600" lvl="5" marL="2743200" algn="l">
              <a:lnSpc>
                <a:spcPct val="90000"/>
              </a:lnSpc>
              <a:spcBef>
                <a:spcPts val="250"/>
              </a:spcBef>
              <a:spcAft>
                <a:spcPts val="0"/>
              </a:spcAft>
              <a:buSzPts val="1600"/>
              <a:buNone/>
              <a:defRPr b="1" sz="1600"/>
            </a:lvl6pPr>
            <a:lvl7pPr indent="-228600" lvl="6" marL="3200400" algn="l">
              <a:lnSpc>
                <a:spcPct val="90000"/>
              </a:lnSpc>
              <a:spcBef>
                <a:spcPts val="250"/>
              </a:spcBef>
              <a:spcAft>
                <a:spcPts val="0"/>
              </a:spcAft>
              <a:buSzPts val="1600"/>
              <a:buNone/>
              <a:defRPr b="1" sz="1600"/>
            </a:lvl7pPr>
            <a:lvl8pPr indent="-228600" lvl="7" marL="3657600" algn="l">
              <a:lnSpc>
                <a:spcPct val="90000"/>
              </a:lnSpc>
              <a:spcBef>
                <a:spcPts val="250"/>
              </a:spcBef>
              <a:spcAft>
                <a:spcPts val="0"/>
              </a:spcAft>
              <a:buSzPts val="1600"/>
              <a:buNone/>
              <a:defRPr b="1" sz="1600"/>
            </a:lvl8pPr>
            <a:lvl9pPr indent="-228600" lvl="8" marL="4114800" algn="l">
              <a:lnSpc>
                <a:spcPct val="90000"/>
              </a:lnSpc>
              <a:spcBef>
                <a:spcPts val="250"/>
              </a:spcBef>
              <a:spcAft>
                <a:spcPts val="250"/>
              </a:spcAft>
              <a:buSzPts val="1600"/>
              <a:buNone/>
              <a:defRPr b="1" sz="1600"/>
            </a:lvl9pPr>
          </a:lstStyle>
          <a:p/>
        </p:txBody>
      </p:sp>
      <p:sp>
        <p:nvSpPr>
          <p:cNvPr id="43" name="Google Shape;43;p26"/>
          <p:cNvSpPr txBox="1"/>
          <p:nvPr>
            <p:ph idx="2" type="body"/>
          </p:nvPr>
        </p:nvSpPr>
        <p:spPr>
          <a:xfrm>
            <a:off x="3867912" y="1930936"/>
            <a:ext cx="3474720" cy="4023360"/>
          </a:xfrm>
          <a:prstGeom prst="rect">
            <a:avLst/>
          </a:prstGeom>
          <a:noFill/>
          <a:ln>
            <a:noFill/>
          </a:ln>
        </p:spPr>
        <p:txBody>
          <a:bodyPr anchorCtr="0" anchor="ctr" bIns="45700" lIns="91425" spcFirstLastPara="1" rIns="91425" wrap="square" tIns="45700">
            <a:normAutofit/>
          </a:bodyPr>
          <a:lstStyle>
            <a:lvl1pPr indent="-355600" lvl="0" marL="457200" algn="l">
              <a:lnSpc>
                <a:spcPct val="90000"/>
              </a:lnSpc>
              <a:spcBef>
                <a:spcPts val="1200"/>
              </a:spcBef>
              <a:spcAft>
                <a:spcPts val="0"/>
              </a:spcAft>
              <a:buSzPts val="2000"/>
              <a:buChar char="●"/>
              <a:defRPr sz="2000"/>
            </a:lvl1pPr>
            <a:lvl2pPr indent="-342900" lvl="1" marL="914400" algn="l">
              <a:lnSpc>
                <a:spcPct val="90000"/>
              </a:lnSpc>
              <a:spcBef>
                <a:spcPts val="250"/>
              </a:spcBef>
              <a:spcAft>
                <a:spcPts val="0"/>
              </a:spcAft>
              <a:buSzPts val="1800"/>
              <a:buChar char="●"/>
              <a:defRPr sz="1800"/>
            </a:lvl2pPr>
            <a:lvl3pPr indent="-330200" lvl="2" marL="1371600" algn="l">
              <a:lnSpc>
                <a:spcPct val="90000"/>
              </a:lnSpc>
              <a:spcBef>
                <a:spcPts val="250"/>
              </a:spcBef>
              <a:spcAft>
                <a:spcPts val="0"/>
              </a:spcAft>
              <a:buSzPts val="1600"/>
              <a:buChar char="●"/>
              <a:defRPr sz="1600"/>
            </a:lvl3pPr>
            <a:lvl4pPr indent="-317500" lvl="3" marL="1828800" algn="l">
              <a:lnSpc>
                <a:spcPct val="90000"/>
              </a:lnSpc>
              <a:spcBef>
                <a:spcPts val="250"/>
              </a:spcBef>
              <a:spcAft>
                <a:spcPts val="0"/>
              </a:spcAft>
              <a:buSzPts val="1400"/>
              <a:buChar char="●"/>
              <a:defRPr sz="1400"/>
            </a:lvl4pPr>
            <a:lvl5pPr indent="-317500" lvl="4" marL="2286000" algn="l">
              <a:lnSpc>
                <a:spcPct val="90000"/>
              </a:lnSpc>
              <a:spcBef>
                <a:spcPts val="250"/>
              </a:spcBef>
              <a:spcAft>
                <a:spcPts val="0"/>
              </a:spcAft>
              <a:buSzPts val="1400"/>
              <a:buChar char="●"/>
              <a:defRPr sz="1400"/>
            </a:lvl5pPr>
            <a:lvl6pPr indent="-317500" lvl="5" marL="2743200" algn="l">
              <a:lnSpc>
                <a:spcPct val="90000"/>
              </a:lnSpc>
              <a:spcBef>
                <a:spcPts val="250"/>
              </a:spcBef>
              <a:spcAft>
                <a:spcPts val="0"/>
              </a:spcAft>
              <a:buSzPts val="1400"/>
              <a:buChar char="●"/>
              <a:defRPr sz="1400"/>
            </a:lvl6pPr>
            <a:lvl7pPr indent="-317500" lvl="6" marL="3200400" algn="l">
              <a:lnSpc>
                <a:spcPct val="90000"/>
              </a:lnSpc>
              <a:spcBef>
                <a:spcPts val="250"/>
              </a:spcBef>
              <a:spcAft>
                <a:spcPts val="0"/>
              </a:spcAft>
              <a:buSzPts val="1400"/>
              <a:buChar char="●"/>
              <a:defRPr sz="1400"/>
            </a:lvl7pPr>
            <a:lvl8pPr indent="-317500" lvl="7" marL="3657600" algn="l">
              <a:lnSpc>
                <a:spcPct val="90000"/>
              </a:lnSpc>
              <a:spcBef>
                <a:spcPts val="250"/>
              </a:spcBef>
              <a:spcAft>
                <a:spcPts val="0"/>
              </a:spcAft>
              <a:buSzPts val="1400"/>
              <a:buChar char="●"/>
              <a:defRPr sz="1400"/>
            </a:lvl8pPr>
            <a:lvl9pPr indent="-317500" lvl="8" marL="4114800" algn="l">
              <a:lnSpc>
                <a:spcPct val="90000"/>
              </a:lnSpc>
              <a:spcBef>
                <a:spcPts val="250"/>
              </a:spcBef>
              <a:spcAft>
                <a:spcPts val="250"/>
              </a:spcAft>
              <a:buSzPts val="1400"/>
              <a:buChar char="●"/>
              <a:defRPr sz="1400"/>
            </a:lvl9pPr>
          </a:lstStyle>
          <a:p/>
        </p:txBody>
      </p:sp>
      <p:sp>
        <p:nvSpPr>
          <p:cNvPr id="44" name="Google Shape;44;p26"/>
          <p:cNvSpPr txBox="1"/>
          <p:nvPr>
            <p:ph idx="3" type="body"/>
          </p:nvPr>
        </p:nvSpPr>
        <p:spPr>
          <a:xfrm>
            <a:off x="7818463" y="1023586"/>
            <a:ext cx="3474720" cy="813171"/>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0"/>
              </a:spcBef>
              <a:spcAft>
                <a:spcPts val="0"/>
              </a:spcAft>
              <a:buSzPts val="2000"/>
              <a:buNone/>
              <a:defRPr b="1" sz="2000">
                <a:solidFill>
                  <a:srgbClr val="595959"/>
                </a:solidFill>
              </a:defRPr>
            </a:lvl1pPr>
            <a:lvl2pPr indent="-228600" lvl="1" marL="914400" algn="l">
              <a:lnSpc>
                <a:spcPct val="90000"/>
              </a:lnSpc>
              <a:spcBef>
                <a:spcPts val="250"/>
              </a:spcBef>
              <a:spcAft>
                <a:spcPts val="0"/>
              </a:spcAft>
              <a:buSzPts val="2000"/>
              <a:buNone/>
              <a:defRPr b="1" sz="2000"/>
            </a:lvl2pPr>
            <a:lvl3pPr indent="-228600" lvl="2" marL="1371600" algn="l">
              <a:lnSpc>
                <a:spcPct val="90000"/>
              </a:lnSpc>
              <a:spcBef>
                <a:spcPts val="250"/>
              </a:spcBef>
              <a:spcAft>
                <a:spcPts val="0"/>
              </a:spcAft>
              <a:buSzPts val="1800"/>
              <a:buNone/>
              <a:defRPr b="1" sz="1800"/>
            </a:lvl3pPr>
            <a:lvl4pPr indent="-228600" lvl="3" marL="1828800" algn="l">
              <a:lnSpc>
                <a:spcPct val="90000"/>
              </a:lnSpc>
              <a:spcBef>
                <a:spcPts val="250"/>
              </a:spcBef>
              <a:spcAft>
                <a:spcPts val="0"/>
              </a:spcAft>
              <a:buSzPts val="1600"/>
              <a:buNone/>
              <a:defRPr b="1" sz="1600"/>
            </a:lvl4pPr>
            <a:lvl5pPr indent="-228600" lvl="4" marL="2286000" algn="l">
              <a:lnSpc>
                <a:spcPct val="90000"/>
              </a:lnSpc>
              <a:spcBef>
                <a:spcPts val="250"/>
              </a:spcBef>
              <a:spcAft>
                <a:spcPts val="0"/>
              </a:spcAft>
              <a:buSzPts val="1600"/>
              <a:buNone/>
              <a:defRPr b="1" sz="1600"/>
            </a:lvl5pPr>
            <a:lvl6pPr indent="-228600" lvl="5" marL="2743200" algn="l">
              <a:lnSpc>
                <a:spcPct val="90000"/>
              </a:lnSpc>
              <a:spcBef>
                <a:spcPts val="250"/>
              </a:spcBef>
              <a:spcAft>
                <a:spcPts val="0"/>
              </a:spcAft>
              <a:buSzPts val="1600"/>
              <a:buNone/>
              <a:defRPr b="1" sz="1600"/>
            </a:lvl6pPr>
            <a:lvl7pPr indent="-228600" lvl="6" marL="3200400" algn="l">
              <a:lnSpc>
                <a:spcPct val="90000"/>
              </a:lnSpc>
              <a:spcBef>
                <a:spcPts val="250"/>
              </a:spcBef>
              <a:spcAft>
                <a:spcPts val="0"/>
              </a:spcAft>
              <a:buSzPts val="1600"/>
              <a:buNone/>
              <a:defRPr b="1" sz="1600"/>
            </a:lvl7pPr>
            <a:lvl8pPr indent="-228600" lvl="7" marL="3657600" algn="l">
              <a:lnSpc>
                <a:spcPct val="90000"/>
              </a:lnSpc>
              <a:spcBef>
                <a:spcPts val="250"/>
              </a:spcBef>
              <a:spcAft>
                <a:spcPts val="0"/>
              </a:spcAft>
              <a:buSzPts val="1600"/>
              <a:buNone/>
              <a:defRPr b="1" sz="1600"/>
            </a:lvl8pPr>
            <a:lvl9pPr indent="-228600" lvl="8" marL="4114800" algn="l">
              <a:lnSpc>
                <a:spcPct val="90000"/>
              </a:lnSpc>
              <a:spcBef>
                <a:spcPts val="250"/>
              </a:spcBef>
              <a:spcAft>
                <a:spcPts val="250"/>
              </a:spcAft>
              <a:buSzPts val="1600"/>
              <a:buNone/>
              <a:defRPr b="1" sz="1600"/>
            </a:lvl9pPr>
          </a:lstStyle>
          <a:p/>
        </p:txBody>
      </p:sp>
      <p:sp>
        <p:nvSpPr>
          <p:cNvPr id="45" name="Google Shape;45;p26"/>
          <p:cNvSpPr txBox="1"/>
          <p:nvPr>
            <p:ph idx="4" type="body"/>
          </p:nvPr>
        </p:nvSpPr>
        <p:spPr>
          <a:xfrm>
            <a:off x="7818463" y="1930936"/>
            <a:ext cx="3474720" cy="4023360"/>
          </a:xfrm>
          <a:prstGeom prst="rect">
            <a:avLst/>
          </a:prstGeom>
          <a:noFill/>
          <a:ln>
            <a:noFill/>
          </a:ln>
        </p:spPr>
        <p:txBody>
          <a:bodyPr anchorCtr="0" anchor="ctr" bIns="45700" lIns="91425" spcFirstLastPara="1" rIns="91425" wrap="square" tIns="45700">
            <a:normAutofit/>
          </a:bodyPr>
          <a:lstStyle>
            <a:lvl1pPr indent="-355600" lvl="0" marL="457200" algn="l">
              <a:lnSpc>
                <a:spcPct val="90000"/>
              </a:lnSpc>
              <a:spcBef>
                <a:spcPts val="1200"/>
              </a:spcBef>
              <a:spcAft>
                <a:spcPts val="0"/>
              </a:spcAft>
              <a:buSzPts val="2000"/>
              <a:buChar char="●"/>
              <a:defRPr sz="2000"/>
            </a:lvl1pPr>
            <a:lvl2pPr indent="-342900" lvl="1" marL="914400" algn="l">
              <a:lnSpc>
                <a:spcPct val="90000"/>
              </a:lnSpc>
              <a:spcBef>
                <a:spcPts val="250"/>
              </a:spcBef>
              <a:spcAft>
                <a:spcPts val="0"/>
              </a:spcAft>
              <a:buSzPts val="1800"/>
              <a:buChar char="●"/>
              <a:defRPr sz="1800"/>
            </a:lvl2pPr>
            <a:lvl3pPr indent="-330200" lvl="2" marL="1371600" algn="l">
              <a:lnSpc>
                <a:spcPct val="90000"/>
              </a:lnSpc>
              <a:spcBef>
                <a:spcPts val="250"/>
              </a:spcBef>
              <a:spcAft>
                <a:spcPts val="0"/>
              </a:spcAft>
              <a:buSzPts val="1600"/>
              <a:buChar char="●"/>
              <a:defRPr sz="1600"/>
            </a:lvl3pPr>
            <a:lvl4pPr indent="-317500" lvl="3" marL="1828800" algn="l">
              <a:lnSpc>
                <a:spcPct val="90000"/>
              </a:lnSpc>
              <a:spcBef>
                <a:spcPts val="250"/>
              </a:spcBef>
              <a:spcAft>
                <a:spcPts val="0"/>
              </a:spcAft>
              <a:buSzPts val="1400"/>
              <a:buChar char="●"/>
              <a:defRPr sz="1400"/>
            </a:lvl4pPr>
            <a:lvl5pPr indent="-317500" lvl="4" marL="2286000" algn="l">
              <a:lnSpc>
                <a:spcPct val="90000"/>
              </a:lnSpc>
              <a:spcBef>
                <a:spcPts val="250"/>
              </a:spcBef>
              <a:spcAft>
                <a:spcPts val="0"/>
              </a:spcAft>
              <a:buSzPts val="1400"/>
              <a:buChar char="●"/>
              <a:defRPr sz="1400"/>
            </a:lvl5pPr>
            <a:lvl6pPr indent="-317500" lvl="5" marL="2743200" algn="l">
              <a:lnSpc>
                <a:spcPct val="90000"/>
              </a:lnSpc>
              <a:spcBef>
                <a:spcPts val="250"/>
              </a:spcBef>
              <a:spcAft>
                <a:spcPts val="0"/>
              </a:spcAft>
              <a:buSzPts val="1400"/>
              <a:buChar char="●"/>
              <a:defRPr sz="1400"/>
            </a:lvl6pPr>
            <a:lvl7pPr indent="-317500" lvl="6" marL="3200400" algn="l">
              <a:lnSpc>
                <a:spcPct val="90000"/>
              </a:lnSpc>
              <a:spcBef>
                <a:spcPts val="250"/>
              </a:spcBef>
              <a:spcAft>
                <a:spcPts val="0"/>
              </a:spcAft>
              <a:buSzPts val="1400"/>
              <a:buChar char="●"/>
              <a:defRPr sz="1400"/>
            </a:lvl7pPr>
            <a:lvl8pPr indent="-317500" lvl="7" marL="3657600" algn="l">
              <a:lnSpc>
                <a:spcPct val="90000"/>
              </a:lnSpc>
              <a:spcBef>
                <a:spcPts val="250"/>
              </a:spcBef>
              <a:spcAft>
                <a:spcPts val="0"/>
              </a:spcAft>
              <a:buSzPts val="1400"/>
              <a:buChar char="●"/>
              <a:defRPr sz="1400"/>
            </a:lvl8pPr>
            <a:lvl9pPr indent="-317500" lvl="8" marL="4114800" algn="l">
              <a:lnSpc>
                <a:spcPct val="90000"/>
              </a:lnSpc>
              <a:spcBef>
                <a:spcPts val="250"/>
              </a:spcBef>
              <a:spcAft>
                <a:spcPts val="250"/>
              </a:spcAft>
              <a:buSzPts val="1400"/>
              <a:buChar char="●"/>
              <a:defRPr sz="1400"/>
            </a:lvl9pPr>
          </a:lstStyle>
          <a:p/>
        </p:txBody>
      </p:sp>
      <p:sp>
        <p:nvSpPr>
          <p:cNvPr id="46" name="Google Shape;46;p26"/>
          <p:cNvSpPr txBox="1"/>
          <p:nvPr>
            <p:ph idx="10" type="dt"/>
          </p:nvPr>
        </p:nvSpPr>
        <p:spPr>
          <a:xfrm>
            <a:off x="262465"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6"/>
          <p:cNvSpPr txBox="1"/>
          <p:nvPr>
            <p:ph idx="11" type="ftr"/>
          </p:nvPr>
        </p:nvSpPr>
        <p:spPr>
          <a:xfrm>
            <a:off x="3869268" y="6356350"/>
            <a:ext cx="5911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6"/>
          <p:cNvSpPr txBox="1"/>
          <p:nvPr>
            <p:ph idx="12" type="sldNum"/>
          </p:nvPr>
        </p:nvSpPr>
        <p:spPr>
          <a:xfrm>
            <a:off x="10634135" y="6356350"/>
            <a:ext cx="153092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7"/>
          <p:cNvSpPr txBox="1"/>
          <p:nvPr>
            <p:ph type="title"/>
          </p:nvPr>
        </p:nvSpPr>
        <p:spPr>
          <a:xfrm>
            <a:off x="252919" y="1123837"/>
            <a:ext cx="2947482" cy="460118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7"/>
          <p:cNvSpPr txBox="1"/>
          <p:nvPr>
            <p:ph idx="10" type="dt"/>
          </p:nvPr>
        </p:nvSpPr>
        <p:spPr>
          <a:xfrm>
            <a:off x="262465"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7"/>
          <p:cNvSpPr txBox="1"/>
          <p:nvPr>
            <p:ph idx="11" type="ftr"/>
          </p:nvPr>
        </p:nvSpPr>
        <p:spPr>
          <a:xfrm>
            <a:off x="3869268" y="6356350"/>
            <a:ext cx="5911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7"/>
          <p:cNvSpPr txBox="1"/>
          <p:nvPr>
            <p:ph idx="12" type="sldNum"/>
          </p:nvPr>
        </p:nvSpPr>
        <p:spPr>
          <a:xfrm>
            <a:off x="10634135" y="6356350"/>
            <a:ext cx="153092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54" name="Shape 54"/>
        <p:cNvGrpSpPr/>
        <p:nvPr/>
      </p:nvGrpSpPr>
      <p:grpSpPr>
        <a:xfrm>
          <a:off x="0" y="0"/>
          <a:ext cx="0" cy="0"/>
          <a:chOff x="0" y="0"/>
          <a:chExt cx="0" cy="0"/>
        </a:xfrm>
      </p:grpSpPr>
      <p:sp>
        <p:nvSpPr>
          <p:cNvPr id="55" name="Google Shape;55;p28"/>
          <p:cNvSpPr txBox="1"/>
          <p:nvPr>
            <p:ph idx="10" type="dt"/>
          </p:nvPr>
        </p:nvSpPr>
        <p:spPr>
          <a:xfrm>
            <a:off x="262465"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8"/>
          <p:cNvSpPr txBox="1"/>
          <p:nvPr>
            <p:ph idx="11" type="ftr"/>
          </p:nvPr>
        </p:nvSpPr>
        <p:spPr>
          <a:xfrm>
            <a:off x="3869268" y="6356350"/>
            <a:ext cx="5911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8"/>
          <p:cNvSpPr txBox="1"/>
          <p:nvPr>
            <p:ph idx="12" type="sldNum"/>
          </p:nvPr>
        </p:nvSpPr>
        <p:spPr>
          <a:xfrm>
            <a:off x="10634135" y="6356350"/>
            <a:ext cx="153092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9"/>
          <p:cNvSpPr txBox="1"/>
          <p:nvPr>
            <p:ph type="title"/>
          </p:nvPr>
        </p:nvSpPr>
        <p:spPr>
          <a:xfrm>
            <a:off x="256032" y="1143000"/>
            <a:ext cx="2834640" cy="237744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FFFFFF"/>
              </a:buClr>
              <a:buSzPts val="3200"/>
              <a:buFont typeface="Corbel"/>
              <a:buNone/>
              <a:defRPr b="0"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9"/>
          <p:cNvSpPr txBox="1"/>
          <p:nvPr>
            <p:ph idx="1" type="body"/>
          </p:nvPr>
        </p:nvSpPr>
        <p:spPr>
          <a:xfrm>
            <a:off x="3867912" y="868680"/>
            <a:ext cx="7315200" cy="5120640"/>
          </a:xfrm>
          <a:prstGeom prst="rect">
            <a:avLst/>
          </a:prstGeom>
          <a:noFill/>
          <a:ln>
            <a:noFill/>
          </a:ln>
        </p:spPr>
        <p:txBody>
          <a:bodyPr anchorCtr="0" anchor="ctr" bIns="45700" lIns="91425" spcFirstLastPara="1" rIns="91425" wrap="square" tIns="45700">
            <a:normAutofit/>
          </a:bodyPr>
          <a:lstStyle>
            <a:lvl1pPr indent="-355600" lvl="0" marL="457200" algn="l">
              <a:lnSpc>
                <a:spcPct val="90000"/>
              </a:lnSpc>
              <a:spcBef>
                <a:spcPts val="1200"/>
              </a:spcBef>
              <a:spcAft>
                <a:spcPts val="0"/>
              </a:spcAft>
              <a:buSzPts val="2000"/>
              <a:buChar char="●"/>
              <a:defRPr sz="2000"/>
            </a:lvl1pPr>
            <a:lvl2pPr indent="-342900" lvl="1" marL="914400" algn="l">
              <a:lnSpc>
                <a:spcPct val="90000"/>
              </a:lnSpc>
              <a:spcBef>
                <a:spcPts val="250"/>
              </a:spcBef>
              <a:spcAft>
                <a:spcPts val="0"/>
              </a:spcAft>
              <a:buSzPts val="1800"/>
              <a:buChar char="●"/>
              <a:defRPr sz="1800"/>
            </a:lvl2pPr>
            <a:lvl3pPr indent="-330200" lvl="2" marL="1371600" algn="l">
              <a:lnSpc>
                <a:spcPct val="90000"/>
              </a:lnSpc>
              <a:spcBef>
                <a:spcPts val="250"/>
              </a:spcBef>
              <a:spcAft>
                <a:spcPts val="0"/>
              </a:spcAft>
              <a:buSzPts val="1600"/>
              <a:buChar char="●"/>
              <a:defRPr sz="1600"/>
            </a:lvl3pPr>
            <a:lvl4pPr indent="-317500" lvl="3" marL="1828800" algn="l">
              <a:lnSpc>
                <a:spcPct val="90000"/>
              </a:lnSpc>
              <a:spcBef>
                <a:spcPts val="250"/>
              </a:spcBef>
              <a:spcAft>
                <a:spcPts val="0"/>
              </a:spcAft>
              <a:buSzPts val="1400"/>
              <a:buChar char="●"/>
              <a:defRPr sz="1400"/>
            </a:lvl4pPr>
            <a:lvl5pPr indent="-317500" lvl="4" marL="2286000" algn="l">
              <a:lnSpc>
                <a:spcPct val="90000"/>
              </a:lnSpc>
              <a:spcBef>
                <a:spcPts val="250"/>
              </a:spcBef>
              <a:spcAft>
                <a:spcPts val="0"/>
              </a:spcAft>
              <a:buSzPts val="1400"/>
              <a:buChar char="●"/>
              <a:defRPr sz="1400"/>
            </a:lvl5pPr>
            <a:lvl6pPr indent="-317500" lvl="5" marL="2743200" algn="l">
              <a:lnSpc>
                <a:spcPct val="90000"/>
              </a:lnSpc>
              <a:spcBef>
                <a:spcPts val="250"/>
              </a:spcBef>
              <a:spcAft>
                <a:spcPts val="0"/>
              </a:spcAft>
              <a:buSzPts val="1400"/>
              <a:buChar char="●"/>
              <a:defRPr sz="1400"/>
            </a:lvl6pPr>
            <a:lvl7pPr indent="-317500" lvl="6" marL="3200400" algn="l">
              <a:lnSpc>
                <a:spcPct val="90000"/>
              </a:lnSpc>
              <a:spcBef>
                <a:spcPts val="250"/>
              </a:spcBef>
              <a:spcAft>
                <a:spcPts val="0"/>
              </a:spcAft>
              <a:buSzPts val="1400"/>
              <a:buChar char="●"/>
              <a:defRPr sz="1400"/>
            </a:lvl7pPr>
            <a:lvl8pPr indent="-317500" lvl="7" marL="3657600" algn="l">
              <a:lnSpc>
                <a:spcPct val="90000"/>
              </a:lnSpc>
              <a:spcBef>
                <a:spcPts val="250"/>
              </a:spcBef>
              <a:spcAft>
                <a:spcPts val="0"/>
              </a:spcAft>
              <a:buSzPts val="1400"/>
              <a:buChar char="●"/>
              <a:defRPr sz="1400"/>
            </a:lvl8pPr>
            <a:lvl9pPr indent="-317500" lvl="8" marL="4114800" algn="l">
              <a:lnSpc>
                <a:spcPct val="90000"/>
              </a:lnSpc>
              <a:spcBef>
                <a:spcPts val="250"/>
              </a:spcBef>
              <a:spcAft>
                <a:spcPts val="250"/>
              </a:spcAft>
              <a:buSzPts val="1400"/>
              <a:buChar char="●"/>
              <a:defRPr sz="1400"/>
            </a:lvl9pPr>
          </a:lstStyle>
          <a:p/>
        </p:txBody>
      </p:sp>
      <p:sp>
        <p:nvSpPr>
          <p:cNvPr id="61" name="Google Shape;61;p29"/>
          <p:cNvSpPr txBox="1"/>
          <p:nvPr>
            <p:ph idx="2" type="body"/>
          </p:nvPr>
        </p:nvSpPr>
        <p:spPr>
          <a:xfrm>
            <a:off x="256032" y="3494176"/>
            <a:ext cx="2834640" cy="232199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1400"/>
              <a:buNone/>
              <a:defRPr sz="1400">
                <a:solidFill>
                  <a:srgbClr val="FFFFFF"/>
                </a:solidFill>
              </a:defRPr>
            </a:lvl1pPr>
            <a:lvl2pPr indent="-228600" lvl="1" marL="914400" algn="l">
              <a:lnSpc>
                <a:spcPct val="90000"/>
              </a:lnSpc>
              <a:spcBef>
                <a:spcPts val="250"/>
              </a:spcBef>
              <a:spcAft>
                <a:spcPts val="0"/>
              </a:spcAft>
              <a:buSzPts val="1200"/>
              <a:buNone/>
              <a:defRPr sz="1200"/>
            </a:lvl2pPr>
            <a:lvl3pPr indent="-228600" lvl="2" marL="1371600" algn="l">
              <a:lnSpc>
                <a:spcPct val="90000"/>
              </a:lnSpc>
              <a:spcBef>
                <a:spcPts val="250"/>
              </a:spcBef>
              <a:spcAft>
                <a:spcPts val="0"/>
              </a:spcAft>
              <a:buSzPts val="1000"/>
              <a:buNone/>
              <a:defRPr sz="1000"/>
            </a:lvl3pPr>
            <a:lvl4pPr indent="-228600" lvl="3" marL="1828800" algn="l">
              <a:lnSpc>
                <a:spcPct val="90000"/>
              </a:lnSpc>
              <a:spcBef>
                <a:spcPts val="250"/>
              </a:spcBef>
              <a:spcAft>
                <a:spcPts val="0"/>
              </a:spcAft>
              <a:buSzPts val="900"/>
              <a:buNone/>
              <a:defRPr sz="900"/>
            </a:lvl4pPr>
            <a:lvl5pPr indent="-228600" lvl="4" marL="2286000" algn="l">
              <a:lnSpc>
                <a:spcPct val="90000"/>
              </a:lnSpc>
              <a:spcBef>
                <a:spcPts val="250"/>
              </a:spcBef>
              <a:spcAft>
                <a:spcPts val="0"/>
              </a:spcAft>
              <a:buSzPts val="900"/>
              <a:buNone/>
              <a:defRPr sz="900"/>
            </a:lvl5pPr>
            <a:lvl6pPr indent="-228600" lvl="5" marL="2743200" algn="l">
              <a:lnSpc>
                <a:spcPct val="90000"/>
              </a:lnSpc>
              <a:spcBef>
                <a:spcPts val="250"/>
              </a:spcBef>
              <a:spcAft>
                <a:spcPts val="0"/>
              </a:spcAft>
              <a:buSzPts val="900"/>
              <a:buNone/>
              <a:defRPr sz="900"/>
            </a:lvl6pPr>
            <a:lvl7pPr indent="-228600" lvl="6" marL="3200400" algn="l">
              <a:lnSpc>
                <a:spcPct val="90000"/>
              </a:lnSpc>
              <a:spcBef>
                <a:spcPts val="250"/>
              </a:spcBef>
              <a:spcAft>
                <a:spcPts val="0"/>
              </a:spcAft>
              <a:buSzPts val="900"/>
              <a:buNone/>
              <a:defRPr sz="900"/>
            </a:lvl7pPr>
            <a:lvl8pPr indent="-228600" lvl="7" marL="3657600" algn="l">
              <a:lnSpc>
                <a:spcPct val="90000"/>
              </a:lnSpc>
              <a:spcBef>
                <a:spcPts val="250"/>
              </a:spcBef>
              <a:spcAft>
                <a:spcPts val="0"/>
              </a:spcAft>
              <a:buSzPts val="900"/>
              <a:buNone/>
              <a:defRPr sz="900"/>
            </a:lvl8pPr>
            <a:lvl9pPr indent="-228600" lvl="8" marL="4114800" algn="l">
              <a:lnSpc>
                <a:spcPct val="90000"/>
              </a:lnSpc>
              <a:spcBef>
                <a:spcPts val="250"/>
              </a:spcBef>
              <a:spcAft>
                <a:spcPts val="250"/>
              </a:spcAft>
              <a:buSzPts val="900"/>
              <a:buNone/>
              <a:defRPr sz="900"/>
            </a:lvl9pPr>
          </a:lstStyle>
          <a:p/>
        </p:txBody>
      </p:sp>
      <p:sp>
        <p:nvSpPr>
          <p:cNvPr id="62" name="Google Shape;62;p29"/>
          <p:cNvSpPr txBox="1"/>
          <p:nvPr>
            <p:ph idx="10" type="dt"/>
          </p:nvPr>
        </p:nvSpPr>
        <p:spPr>
          <a:xfrm>
            <a:off x="262465"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9"/>
          <p:cNvSpPr txBox="1"/>
          <p:nvPr>
            <p:ph idx="11" type="ftr"/>
          </p:nvPr>
        </p:nvSpPr>
        <p:spPr>
          <a:xfrm>
            <a:off x="3869268" y="6356350"/>
            <a:ext cx="5911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9"/>
          <p:cNvSpPr txBox="1"/>
          <p:nvPr>
            <p:ph idx="12" type="sldNum"/>
          </p:nvPr>
        </p:nvSpPr>
        <p:spPr>
          <a:xfrm>
            <a:off x="10634135" y="6356350"/>
            <a:ext cx="153092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0"/>
          <p:cNvSpPr txBox="1"/>
          <p:nvPr>
            <p:ph type="title"/>
          </p:nvPr>
        </p:nvSpPr>
        <p:spPr>
          <a:xfrm>
            <a:off x="256032" y="1143000"/>
            <a:ext cx="2834640" cy="237744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FFFFFF"/>
              </a:buClr>
              <a:buSzPts val="3200"/>
              <a:buFont typeface="Corbel"/>
              <a:buNone/>
              <a:defRPr b="0"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0"/>
          <p:cNvSpPr/>
          <p:nvPr>
            <p:ph idx="2" type="pic"/>
          </p:nvPr>
        </p:nvSpPr>
        <p:spPr>
          <a:xfrm>
            <a:off x="3570644" y="767419"/>
            <a:ext cx="8115230" cy="5330952"/>
          </a:xfrm>
          <a:prstGeom prst="rect">
            <a:avLst/>
          </a:prstGeom>
          <a:solidFill>
            <a:srgbClr val="BFBFBF"/>
          </a:solidFill>
          <a:ln>
            <a:noFill/>
          </a:ln>
        </p:spPr>
      </p:sp>
      <p:sp>
        <p:nvSpPr>
          <p:cNvPr id="68" name="Google Shape;68;p30"/>
          <p:cNvSpPr txBox="1"/>
          <p:nvPr>
            <p:ph idx="1" type="body"/>
          </p:nvPr>
        </p:nvSpPr>
        <p:spPr>
          <a:xfrm>
            <a:off x="256032" y="3493008"/>
            <a:ext cx="2834640" cy="232257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1400"/>
              <a:buNone/>
              <a:defRPr sz="1400">
                <a:solidFill>
                  <a:srgbClr val="FFFFFF"/>
                </a:solidFill>
              </a:defRPr>
            </a:lvl1pPr>
            <a:lvl2pPr indent="-228600" lvl="1" marL="914400" algn="l">
              <a:lnSpc>
                <a:spcPct val="90000"/>
              </a:lnSpc>
              <a:spcBef>
                <a:spcPts val="250"/>
              </a:spcBef>
              <a:spcAft>
                <a:spcPts val="0"/>
              </a:spcAft>
              <a:buSzPts val="1200"/>
              <a:buNone/>
              <a:defRPr sz="1200"/>
            </a:lvl2pPr>
            <a:lvl3pPr indent="-228600" lvl="2" marL="1371600" algn="l">
              <a:lnSpc>
                <a:spcPct val="90000"/>
              </a:lnSpc>
              <a:spcBef>
                <a:spcPts val="250"/>
              </a:spcBef>
              <a:spcAft>
                <a:spcPts val="0"/>
              </a:spcAft>
              <a:buSzPts val="1000"/>
              <a:buNone/>
              <a:defRPr sz="1000"/>
            </a:lvl3pPr>
            <a:lvl4pPr indent="-228600" lvl="3" marL="1828800" algn="l">
              <a:lnSpc>
                <a:spcPct val="90000"/>
              </a:lnSpc>
              <a:spcBef>
                <a:spcPts val="250"/>
              </a:spcBef>
              <a:spcAft>
                <a:spcPts val="0"/>
              </a:spcAft>
              <a:buSzPts val="900"/>
              <a:buNone/>
              <a:defRPr sz="900"/>
            </a:lvl4pPr>
            <a:lvl5pPr indent="-228600" lvl="4" marL="2286000" algn="l">
              <a:lnSpc>
                <a:spcPct val="90000"/>
              </a:lnSpc>
              <a:spcBef>
                <a:spcPts val="250"/>
              </a:spcBef>
              <a:spcAft>
                <a:spcPts val="0"/>
              </a:spcAft>
              <a:buSzPts val="900"/>
              <a:buNone/>
              <a:defRPr sz="900"/>
            </a:lvl5pPr>
            <a:lvl6pPr indent="-228600" lvl="5" marL="2743200" algn="l">
              <a:lnSpc>
                <a:spcPct val="90000"/>
              </a:lnSpc>
              <a:spcBef>
                <a:spcPts val="250"/>
              </a:spcBef>
              <a:spcAft>
                <a:spcPts val="0"/>
              </a:spcAft>
              <a:buSzPts val="900"/>
              <a:buNone/>
              <a:defRPr sz="900"/>
            </a:lvl6pPr>
            <a:lvl7pPr indent="-228600" lvl="6" marL="3200400" algn="l">
              <a:lnSpc>
                <a:spcPct val="90000"/>
              </a:lnSpc>
              <a:spcBef>
                <a:spcPts val="250"/>
              </a:spcBef>
              <a:spcAft>
                <a:spcPts val="0"/>
              </a:spcAft>
              <a:buSzPts val="900"/>
              <a:buNone/>
              <a:defRPr sz="900"/>
            </a:lvl7pPr>
            <a:lvl8pPr indent="-228600" lvl="7" marL="3657600" algn="l">
              <a:lnSpc>
                <a:spcPct val="90000"/>
              </a:lnSpc>
              <a:spcBef>
                <a:spcPts val="250"/>
              </a:spcBef>
              <a:spcAft>
                <a:spcPts val="0"/>
              </a:spcAft>
              <a:buSzPts val="900"/>
              <a:buNone/>
              <a:defRPr sz="900"/>
            </a:lvl8pPr>
            <a:lvl9pPr indent="-228600" lvl="8" marL="4114800" algn="l">
              <a:lnSpc>
                <a:spcPct val="90000"/>
              </a:lnSpc>
              <a:spcBef>
                <a:spcPts val="250"/>
              </a:spcBef>
              <a:spcAft>
                <a:spcPts val="250"/>
              </a:spcAft>
              <a:buSzPts val="900"/>
              <a:buNone/>
              <a:defRPr sz="900"/>
            </a:lvl9pPr>
          </a:lstStyle>
          <a:p/>
        </p:txBody>
      </p:sp>
      <p:sp>
        <p:nvSpPr>
          <p:cNvPr id="69" name="Google Shape;69;p30"/>
          <p:cNvSpPr txBox="1"/>
          <p:nvPr>
            <p:ph idx="10" type="dt"/>
          </p:nvPr>
        </p:nvSpPr>
        <p:spPr>
          <a:xfrm>
            <a:off x="262465"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0"/>
          <p:cNvSpPr txBox="1"/>
          <p:nvPr>
            <p:ph idx="11" type="ftr"/>
          </p:nvPr>
        </p:nvSpPr>
        <p:spPr>
          <a:xfrm>
            <a:off x="3499101" y="6356350"/>
            <a:ext cx="5911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0"/>
          <p:cNvSpPr txBox="1"/>
          <p:nvPr>
            <p:ph idx="12" type="sldNum"/>
          </p:nvPr>
        </p:nvSpPr>
        <p:spPr>
          <a:xfrm>
            <a:off x="10634135" y="6356350"/>
            <a:ext cx="153092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1"/>
          <p:cNvSpPr txBox="1"/>
          <p:nvPr>
            <p:ph type="title"/>
          </p:nvPr>
        </p:nvSpPr>
        <p:spPr>
          <a:xfrm>
            <a:off x="252919" y="1123837"/>
            <a:ext cx="2947482" cy="460118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1"/>
          <p:cNvSpPr txBox="1"/>
          <p:nvPr>
            <p:ph idx="1" type="body"/>
          </p:nvPr>
        </p:nvSpPr>
        <p:spPr>
          <a:xfrm rot="5400000">
            <a:off x="4966548" y="-233172"/>
            <a:ext cx="5120640" cy="7315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200"/>
              </a:spcBef>
              <a:spcAft>
                <a:spcPts val="0"/>
              </a:spcAft>
              <a:buSzPts val="1800"/>
              <a:buChar char="●"/>
              <a:defRPr/>
            </a:lvl1pPr>
            <a:lvl2pPr indent="-342900" lvl="1" marL="914400" algn="l">
              <a:lnSpc>
                <a:spcPct val="90000"/>
              </a:lnSpc>
              <a:spcBef>
                <a:spcPts val="250"/>
              </a:spcBef>
              <a:spcAft>
                <a:spcPts val="0"/>
              </a:spcAft>
              <a:buSzPts val="1800"/>
              <a:buChar char="●"/>
              <a:defRPr/>
            </a:lvl2pPr>
            <a:lvl3pPr indent="-342900" lvl="2" marL="1371600" algn="l">
              <a:lnSpc>
                <a:spcPct val="90000"/>
              </a:lnSpc>
              <a:spcBef>
                <a:spcPts val="250"/>
              </a:spcBef>
              <a:spcAft>
                <a:spcPts val="0"/>
              </a:spcAft>
              <a:buSzPts val="1800"/>
              <a:buChar char="●"/>
              <a:defRPr/>
            </a:lvl3pPr>
            <a:lvl4pPr indent="-342900" lvl="3" marL="1828800" algn="l">
              <a:lnSpc>
                <a:spcPct val="90000"/>
              </a:lnSpc>
              <a:spcBef>
                <a:spcPts val="250"/>
              </a:spcBef>
              <a:spcAft>
                <a:spcPts val="0"/>
              </a:spcAft>
              <a:buSzPts val="1800"/>
              <a:buChar char="●"/>
              <a:defRPr/>
            </a:lvl4pPr>
            <a:lvl5pPr indent="-342900" lvl="4" marL="2286000" algn="l">
              <a:lnSpc>
                <a:spcPct val="90000"/>
              </a:lnSpc>
              <a:spcBef>
                <a:spcPts val="250"/>
              </a:spcBef>
              <a:spcAft>
                <a:spcPts val="0"/>
              </a:spcAft>
              <a:buSzPts val="1800"/>
              <a:buChar char="●"/>
              <a:defRPr/>
            </a:lvl5pPr>
            <a:lvl6pPr indent="-342900" lvl="5" marL="2743200" algn="l">
              <a:lnSpc>
                <a:spcPct val="90000"/>
              </a:lnSpc>
              <a:spcBef>
                <a:spcPts val="250"/>
              </a:spcBef>
              <a:spcAft>
                <a:spcPts val="0"/>
              </a:spcAft>
              <a:buSzPts val="1800"/>
              <a:buChar char="●"/>
              <a:defRPr/>
            </a:lvl6pPr>
            <a:lvl7pPr indent="-342900" lvl="6" marL="3200400" algn="l">
              <a:lnSpc>
                <a:spcPct val="90000"/>
              </a:lnSpc>
              <a:spcBef>
                <a:spcPts val="250"/>
              </a:spcBef>
              <a:spcAft>
                <a:spcPts val="0"/>
              </a:spcAft>
              <a:buSzPts val="1800"/>
              <a:buChar char="●"/>
              <a:defRPr/>
            </a:lvl7pPr>
            <a:lvl8pPr indent="-342900" lvl="7" marL="3657600" algn="l">
              <a:lnSpc>
                <a:spcPct val="90000"/>
              </a:lnSpc>
              <a:spcBef>
                <a:spcPts val="250"/>
              </a:spcBef>
              <a:spcAft>
                <a:spcPts val="0"/>
              </a:spcAft>
              <a:buSzPts val="1800"/>
              <a:buChar char="●"/>
              <a:defRPr/>
            </a:lvl8pPr>
            <a:lvl9pPr indent="-342900" lvl="8" marL="4114800" algn="l">
              <a:lnSpc>
                <a:spcPct val="90000"/>
              </a:lnSpc>
              <a:spcBef>
                <a:spcPts val="250"/>
              </a:spcBef>
              <a:spcAft>
                <a:spcPts val="250"/>
              </a:spcAft>
              <a:buSzPts val="1800"/>
              <a:buChar char="●"/>
              <a:defRPr/>
            </a:lvl9pPr>
          </a:lstStyle>
          <a:p/>
        </p:txBody>
      </p:sp>
      <p:sp>
        <p:nvSpPr>
          <p:cNvPr id="75" name="Google Shape;75;p31"/>
          <p:cNvSpPr txBox="1"/>
          <p:nvPr>
            <p:ph idx="10" type="dt"/>
          </p:nvPr>
        </p:nvSpPr>
        <p:spPr>
          <a:xfrm>
            <a:off x="262465"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1"/>
          <p:cNvSpPr txBox="1"/>
          <p:nvPr>
            <p:ph idx="11" type="ftr"/>
          </p:nvPr>
        </p:nvSpPr>
        <p:spPr>
          <a:xfrm>
            <a:off x="3869268" y="6356350"/>
            <a:ext cx="5911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1"/>
          <p:cNvSpPr txBox="1"/>
          <p:nvPr>
            <p:ph idx="12" type="sldNum"/>
          </p:nvPr>
        </p:nvSpPr>
        <p:spPr>
          <a:xfrm>
            <a:off x="10634135" y="6356350"/>
            <a:ext cx="153092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2"/>
          <p:cNvSpPr txBox="1"/>
          <p:nvPr>
            <p:ph type="title"/>
          </p:nvPr>
        </p:nvSpPr>
        <p:spPr>
          <a:xfrm rot="5400000">
            <a:off x="-685800" y="2057400"/>
            <a:ext cx="4953000" cy="28194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2"/>
          <p:cNvSpPr txBox="1"/>
          <p:nvPr>
            <p:ph idx="1" type="body"/>
          </p:nvPr>
        </p:nvSpPr>
        <p:spPr>
          <a:xfrm rot="5400000">
            <a:off x="4965192" y="-228600"/>
            <a:ext cx="5120640" cy="7315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200"/>
              </a:spcBef>
              <a:spcAft>
                <a:spcPts val="0"/>
              </a:spcAft>
              <a:buSzPts val="1800"/>
              <a:buChar char="●"/>
              <a:defRPr/>
            </a:lvl1pPr>
            <a:lvl2pPr indent="-342900" lvl="1" marL="914400" algn="l">
              <a:lnSpc>
                <a:spcPct val="90000"/>
              </a:lnSpc>
              <a:spcBef>
                <a:spcPts val="250"/>
              </a:spcBef>
              <a:spcAft>
                <a:spcPts val="0"/>
              </a:spcAft>
              <a:buSzPts val="1800"/>
              <a:buChar char="●"/>
              <a:defRPr/>
            </a:lvl2pPr>
            <a:lvl3pPr indent="-342900" lvl="2" marL="1371600" algn="l">
              <a:lnSpc>
                <a:spcPct val="90000"/>
              </a:lnSpc>
              <a:spcBef>
                <a:spcPts val="250"/>
              </a:spcBef>
              <a:spcAft>
                <a:spcPts val="0"/>
              </a:spcAft>
              <a:buSzPts val="1800"/>
              <a:buChar char="●"/>
              <a:defRPr/>
            </a:lvl3pPr>
            <a:lvl4pPr indent="-342900" lvl="3" marL="1828800" algn="l">
              <a:lnSpc>
                <a:spcPct val="90000"/>
              </a:lnSpc>
              <a:spcBef>
                <a:spcPts val="250"/>
              </a:spcBef>
              <a:spcAft>
                <a:spcPts val="0"/>
              </a:spcAft>
              <a:buSzPts val="1800"/>
              <a:buChar char="●"/>
              <a:defRPr/>
            </a:lvl4pPr>
            <a:lvl5pPr indent="-342900" lvl="4" marL="2286000" algn="l">
              <a:lnSpc>
                <a:spcPct val="90000"/>
              </a:lnSpc>
              <a:spcBef>
                <a:spcPts val="250"/>
              </a:spcBef>
              <a:spcAft>
                <a:spcPts val="0"/>
              </a:spcAft>
              <a:buSzPts val="1800"/>
              <a:buChar char="●"/>
              <a:defRPr/>
            </a:lvl5pPr>
            <a:lvl6pPr indent="-342900" lvl="5" marL="2743200" algn="l">
              <a:lnSpc>
                <a:spcPct val="90000"/>
              </a:lnSpc>
              <a:spcBef>
                <a:spcPts val="250"/>
              </a:spcBef>
              <a:spcAft>
                <a:spcPts val="0"/>
              </a:spcAft>
              <a:buSzPts val="1800"/>
              <a:buChar char="●"/>
              <a:defRPr/>
            </a:lvl6pPr>
            <a:lvl7pPr indent="-342900" lvl="6" marL="3200400" algn="l">
              <a:lnSpc>
                <a:spcPct val="90000"/>
              </a:lnSpc>
              <a:spcBef>
                <a:spcPts val="250"/>
              </a:spcBef>
              <a:spcAft>
                <a:spcPts val="0"/>
              </a:spcAft>
              <a:buSzPts val="1800"/>
              <a:buChar char="●"/>
              <a:defRPr/>
            </a:lvl7pPr>
            <a:lvl8pPr indent="-342900" lvl="7" marL="3657600" algn="l">
              <a:lnSpc>
                <a:spcPct val="90000"/>
              </a:lnSpc>
              <a:spcBef>
                <a:spcPts val="250"/>
              </a:spcBef>
              <a:spcAft>
                <a:spcPts val="0"/>
              </a:spcAft>
              <a:buSzPts val="1800"/>
              <a:buChar char="●"/>
              <a:defRPr/>
            </a:lvl8pPr>
            <a:lvl9pPr indent="-342900" lvl="8" marL="4114800" algn="l">
              <a:lnSpc>
                <a:spcPct val="90000"/>
              </a:lnSpc>
              <a:spcBef>
                <a:spcPts val="250"/>
              </a:spcBef>
              <a:spcAft>
                <a:spcPts val="250"/>
              </a:spcAft>
              <a:buSzPts val="1800"/>
              <a:buChar char="●"/>
              <a:defRPr/>
            </a:lvl9pPr>
          </a:lstStyle>
          <a:p/>
        </p:txBody>
      </p:sp>
      <p:sp>
        <p:nvSpPr>
          <p:cNvPr id="81" name="Google Shape;81;p32"/>
          <p:cNvSpPr txBox="1"/>
          <p:nvPr>
            <p:ph idx="10" type="dt"/>
          </p:nvPr>
        </p:nvSpPr>
        <p:spPr>
          <a:xfrm>
            <a:off x="262465"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2"/>
          <p:cNvSpPr txBox="1"/>
          <p:nvPr>
            <p:ph idx="11" type="ftr"/>
          </p:nvPr>
        </p:nvSpPr>
        <p:spPr>
          <a:xfrm>
            <a:off x="3869268" y="6356350"/>
            <a:ext cx="5911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2"/>
          <p:cNvSpPr txBox="1"/>
          <p:nvPr>
            <p:ph idx="12" type="sldNum"/>
          </p:nvPr>
        </p:nvSpPr>
        <p:spPr>
          <a:xfrm>
            <a:off x="10634135" y="6356350"/>
            <a:ext cx="153092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1"/>
          <p:cNvSpPr/>
          <p:nvPr/>
        </p:nvSpPr>
        <p:spPr>
          <a:xfrm>
            <a:off x="1" y="758952"/>
            <a:ext cx="3443590" cy="5330952"/>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 name="Google Shape;7;p21"/>
          <p:cNvSpPr txBox="1"/>
          <p:nvPr>
            <p:ph type="title"/>
          </p:nvPr>
        </p:nvSpPr>
        <p:spPr>
          <a:xfrm>
            <a:off x="252919" y="1123837"/>
            <a:ext cx="2947482" cy="460118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FFFFFF"/>
              </a:buClr>
              <a:buSzPts val="3600"/>
              <a:buFont typeface="Corbel"/>
              <a:buNone/>
              <a:defRPr b="0" i="0" sz="3600" u="none" cap="none" strike="noStrike">
                <a:solidFill>
                  <a:srgbClr val="FFFFFF"/>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21"/>
          <p:cNvSpPr/>
          <p:nvPr/>
        </p:nvSpPr>
        <p:spPr>
          <a:xfrm>
            <a:off x="11815864" y="758952"/>
            <a:ext cx="384048" cy="5330952"/>
          </a:xfrm>
          <a:prstGeom prst="rect">
            <a:avLst/>
          </a:prstGeom>
          <a:solidFill>
            <a:srgbClr val="C8C8C8">
              <a:alpha val="4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 name="Google Shape;9;p21"/>
          <p:cNvSpPr txBox="1"/>
          <p:nvPr>
            <p:ph idx="1" type="body"/>
          </p:nvPr>
        </p:nvSpPr>
        <p:spPr>
          <a:xfrm>
            <a:off x="3869268" y="864108"/>
            <a:ext cx="7315200" cy="5120640"/>
          </a:xfrm>
          <a:prstGeom prst="rect">
            <a:avLst/>
          </a:prstGeom>
          <a:noFill/>
          <a:ln>
            <a:noFill/>
          </a:ln>
        </p:spPr>
        <p:txBody>
          <a:bodyPr anchorCtr="0" anchor="ctr" bIns="45700" lIns="91425" spcFirstLastPara="1" rIns="91425" wrap="square" tIns="45700">
            <a:normAutofit/>
          </a:bodyPr>
          <a:lstStyle>
            <a:lvl1pPr indent="-355600" lvl="0" marL="457200" marR="0" rtl="0" algn="l">
              <a:lnSpc>
                <a:spcPct val="90000"/>
              </a:lnSpc>
              <a:spcBef>
                <a:spcPts val="1200"/>
              </a:spcBef>
              <a:spcAft>
                <a:spcPts val="0"/>
              </a:spcAft>
              <a:buClr>
                <a:schemeClr val="accent1"/>
              </a:buClr>
              <a:buSzPts val="2000"/>
              <a:buFont typeface="Noto Sans Symbols"/>
              <a:buChar char="●"/>
              <a:defRPr b="0" i="0" sz="2000" u="none" cap="none" strike="noStrike">
                <a:solidFill>
                  <a:srgbClr val="595959"/>
                </a:solidFill>
                <a:latin typeface="Corbel"/>
                <a:ea typeface="Corbel"/>
                <a:cs typeface="Corbel"/>
                <a:sym typeface="Corbel"/>
              </a:defRPr>
            </a:lvl1pPr>
            <a:lvl2pPr indent="-342900" lvl="1" marL="914400" marR="0" rtl="0" algn="l">
              <a:lnSpc>
                <a:spcPct val="90000"/>
              </a:lnSpc>
              <a:spcBef>
                <a:spcPts val="250"/>
              </a:spcBef>
              <a:spcAft>
                <a:spcPts val="0"/>
              </a:spcAft>
              <a:buClr>
                <a:schemeClr val="accent1"/>
              </a:buClr>
              <a:buSzPts val="1800"/>
              <a:buFont typeface="Noto Sans Symbols"/>
              <a:buChar char="●"/>
              <a:defRPr b="0" i="0" sz="1800" u="none" cap="none" strike="noStrike">
                <a:solidFill>
                  <a:srgbClr val="595959"/>
                </a:solidFill>
                <a:latin typeface="Corbel"/>
                <a:ea typeface="Corbel"/>
                <a:cs typeface="Corbel"/>
                <a:sym typeface="Corbel"/>
              </a:defRPr>
            </a:lvl2pPr>
            <a:lvl3pPr indent="-330200" lvl="2" marL="1371600" marR="0" rtl="0" algn="l">
              <a:lnSpc>
                <a:spcPct val="90000"/>
              </a:lnSpc>
              <a:spcBef>
                <a:spcPts val="250"/>
              </a:spcBef>
              <a:spcAft>
                <a:spcPts val="0"/>
              </a:spcAft>
              <a:buClr>
                <a:schemeClr val="accent1"/>
              </a:buClr>
              <a:buSzPts val="1600"/>
              <a:buFont typeface="Noto Sans Symbols"/>
              <a:buChar char="●"/>
              <a:defRPr b="0" i="0" sz="1600" u="none" cap="none" strike="noStrike">
                <a:solidFill>
                  <a:srgbClr val="595959"/>
                </a:solidFill>
                <a:latin typeface="Corbel"/>
                <a:ea typeface="Corbel"/>
                <a:cs typeface="Corbel"/>
                <a:sym typeface="Corbel"/>
              </a:defRPr>
            </a:lvl3pPr>
            <a:lvl4pPr indent="-317500" lvl="3" marL="18288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4pPr>
            <a:lvl5pPr indent="-317500" lvl="4" marL="22860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5pPr>
            <a:lvl6pPr indent="-317500" lvl="5" marL="27432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6pPr>
            <a:lvl7pPr indent="-317500" lvl="6" marL="32004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7pPr>
            <a:lvl8pPr indent="-317500" lvl="7" marL="3657600" marR="0" rtl="0" algn="l">
              <a:lnSpc>
                <a:spcPct val="90000"/>
              </a:lnSpc>
              <a:spcBef>
                <a:spcPts val="250"/>
              </a:spcBef>
              <a:spcAft>
                <a:spcPts val="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8pPr>
            <a:lvl9pPr indent="-317500" lvl="8" marL="4114800" marR="0" rtl="0" algn="l">
              <a:lnSpc>
                <a:spcPct val="90000"/>
              </a:lnSpc>
              <a:spcBef>
                <a:spcPts val="250"/>
              </a:spcBef>
              <a:spcAft>
                <a:spcPts val="250"/>
              </a:spcAft>
              <a:buClr>
                <a:schemeClr val="accent1"/>
              </a:buClr>
              <a:buSzPts val="1400"/>
              <a:buFont typeface="Noto Sans Symbols"/>
              <a:buChar char="●"/>
              <a:defRPr b="0" i="0" sz="1400" u="none" cap="none" strike="noStrike">
                <a:solidFill>
                  <a:srgbClr val="595959"/>
                </a:solidFill>
                <a:latin typeface="Corbel"/>
                <a:ea typeface="Corbel"/>
                <a:cs typeface="Corbel"/>
                <a:sym typeface="Corbel"/>
              </a:defRPr>
            </a:lvl9pPr>
          </a:lstStyle>
          <a:p/>
        </p:txBody>
      </p:sp>
      <p:sp>
        <p:nvSpPr>
          <p:cNvPr id="10" name="Google Shape;10;p21"/>
          <p:cNvSpPr txBox="1"/>
          <p:nvPr>
            <p:ph idx="10" type="dt"/>
          </p:nvPr>
        </p:nvSpPr>
        <p:spPr>
          <a:xfrm>
            <a:off x="262465"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100" u="none" cap="none" strike="noStrike">
                <a:solidFill>
                  <a:srgbClr val="7F7F7F"/>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11" name="Google Shape;11;p21"/>
          <p:cNvSpPr txBox="1"/>
          <p:nvPr>
            <p:ph idx="11" type="ftr"/>
          </p:nvPr>
        </p:nvSpPr>
        <p:spPr>
          <a:xfrm>
            <a:off x="3869268" y="6356350"/>
            <a:ext cx="5911517"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100" u="none" cap="none" strike="noStrike">
                <a:solidFill>
                  <a:srgbClr val="7F7F7F"/>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12" name="Google Shape;12;p21"/>
          <p:cNvSpPr txBox="1"/>
          <p:nvPr>
            <p:ph idx="12" type="sldNum"/>
          </p:nvPr>
        </p:nvSpPr>
        <p:spPr>
          <a:xfrm>
            <a:off x="10634135" y="6356350"/>
            <a:ext cx="1530927"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1" i="0" sz="1200" u="none" cap="none" strike="noStrike">
                <a:solidFill>
                  <a:schemeClr val="accent1"/>
                </a:solidFill>
                <a:latin typeface="Corbel"/>
                <a:ea typeface="Corbel"/>
                <a:cs typeface="Corbel"/>
                <a:sym typeface="Corbel"/>
              </a:defRPr>
            </a:lvl1pPr>
            <a:lvl2pPr indent="0" lvl="1" marL="0" marR="0" rtl="0" algn="r">
              <a:spcBef>
                <a:spcPts val="0"/>
              </a:spcBef>
              <a:buNone/>
              <a:defRPr b="1" i="0" sz="1200" u="none" cap="none" strike="noStrike">
                <a:solidFill>
                  <a:schemeClr val="accent1"/>
                </a:solidFill>
                <a:latin typeface="Corbel"/>
                <a:ea typeface="Corbel"/>
                <a:cs typeface="Corbel"/>
                <a:sym typeface="Corbel"/>
              </a:defRPr>
            </a:lvl2pPr>
            <a:lvl3pPr indent="0" lvl="2" marL="0" marR="0" rtl="0" algn="r">
              <a:spcBef>
                <a:spcPts val="0"/>
              </a:spcBef>
              <a:buNone/>
              <a:defRPr b="1" i="0" sz="1200" u="none" cap="none" strike="noStrike">
                <a:solidFill>
                  <a:schemeClr val="accent1"/>
                </a:solidFill>
                <a:latin typeface="Corbel"/>
                <a:ea typeface="Corbel"/>
                <a:cs typeface="Corbel"/>
                <a:sym typeface="Corbel"/>
              </a:defRPr>
            </a:lvl3pPr>
            <a:lvl4pPr indent="0" lvl="3" marL="0" marR="0" rtl="0" algn="r">
              <a:spcBef>
                <a:spcPts val="0"/>
              </a:spcBef>
              <a:buNone/>
              <a:defRPr b="1" i="0" sz="1200" u="none" cap="none" strike="noStrike">
                <a:solidFill>
                  <a:schemeClr val="accent1"/>
                </a:solidFill>
                <a:latin typeface="Corbel"/>
                <a:ea typeface="Corbel"/>
                <a:cs typeface="Corbel"/>
                <a:sym typeface="Corbel"/>
              </a:defRPr>
            </a:lvl4pPr>
            <a:lvl5pPr indent="0" lvl="4" marL="0" marR="0" rtl="0" algn="r">
              <a:spcBef>
                <a:spcPts val="0"/>
              </a:spcBef>
              <a:buNone/>
              <a:defRPr b="1" i="0" sz="1200" u="none" cap="none" strike="noStrike">
                <a:solidFill>
                  <a:schemeClr val="accent1"/>
                </a:solidFill>
                <a:latin typeface="Corbel"/>
                <a:ea typeface="Corbel"/>
                <a:cs typeface="Corbel"/>
                <a:sym typeface="Corbel"/>
              </a:defRPr>
            </a:lvl5pPr>
            <a:lvl6pPr indent="0" lvl="5" marL="0" marR="0" rtl="0" algn="r">
              <a:spcBef>
                <a:spcPts val="0"/>
              </a:spcBef>
              <a:buNone/>
              <a:defRPr b="1" i="0" sz="1200" u="none" cap="none" strike="noStrike">
                <a:solidFill>
                  <a:schemeClr val="accent1"/>
                </a:solidFill>
                <a:latin typeface="Corbel"/>
                <a:ea typeface="Corbel"/>
                <a:cs typeface="Corbel"/>
                <a:sym typeface="Corbel"/>
              </a:defRPr>
            </a:lvl6pPr>
            <a:lvl7pPr indent="0" lvl="6" marL="0" marR="0" rtl="0" algn="r">
              <a:spcBef>
                <a:spcPts val="0"/>
              </a:spcBef>
              <a:buNone/>
              <a:defRPr b="1" i="0" sz="1200" u="none" cap="none" strike="noStrike">
                <a:solidFill>
                  <a:schemeClr val="accent1"/>
                </a:solidFill>
                <a:latin typeface="Corbel"/>
                <a:ea typeface="Corbel"/>
                <a:cs typeface="Corbel"/>
                <a:sym typeface="Corbel"/>
              </a:defRPr>
            </a:lvl7pPr>
            <a:lvl8pPr indent="0" lvl="7" marL="0" marR="0" rtl="0" algn="r">
              <a:spcBef>
                <a:spcPts val="0"/>
              </a:spcBef>
              <a:buNone/>
              <a:defRPr b="1" i="0" sz="1200" u="none" cap="none" strike="noStrike">
                <a:solidFill>
                  <a:schemeClr val="accent1"/>
                </a:solidFill>
                <a:latin typeface="Corbel"/>
                <a:ea typeface="Corbel"/>
                <a:cs typeface="Corbel"/>
                <a:sym typeface="Corbel"/>
              </a:defRPr>
            </a:lvl8pPr>
            <a:lvl9pPr indent="0" lvl="8" marL="0" marR="0" rtl="0" algn="r">
              <a:spcBef>
                <a:spcPts val="0"/>
              </a:spcBef>
              <a:buNone/>
              <a:defRPr b="1" i="0" sz="1200" u="none" cap="none" strike="noStrike">
                <a:solidFill>
                  <a:schemeClr val="accent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jpg"/><Relationship Id="rId4" Type="http://schemas.openxmlformats.org/officeDocument/2006/relationships/image" Target="../media/image26.jpg"/><Relationship Id="rId5" Type="http://schemas.openxmlformats.org/officeDocument/2006/relationships/image" Target="../media/image1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jpg"/><Relationship Id="rId4" Type="http://schemas.openxmlformats.org/officeDocument/2006/relationships/image" Target="../media/image24.jpg"/><Relationship Id="rId5" Type="http://schemas.openxmlformats.org/officeDocument/2006/relationships/image" Target="../media/image1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jpg"/><Relationship Id="rId4" Type="http://schemas.openxmlformats.org/officeDocument/2006/relationships/image" Target="../media/image28.jpg"/><Relationship Id="rId5" Type="http://schemas.openxmlformats.org/officeDocument/2006/relationships/image" Target="../media/image3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jpg"/><Relationship Id="rId4" Type="http://schemas.openxmlformats.org/officeDocument/2006/relationships/image" Target="../media/image14.png"/><Relationship Id="rId5"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0.png"/><Relationship Id="rId5"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19.png"/><Relationship Id="rId5"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21.png"/><Relationship Id="rId5"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3.jpg"/><Relationship Id="rId4" Type="http://schemas.openxmlformats.org/officeDocument/2006/relationships/image" Target="../media/image10.png"/><Relationship Id="rId5"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5.png"/><Relationship Id="rId4" Type="http://schemas.openxmlformats.org/officeDocument/2006/relationships/image" Target="../media/image33.png"/><Relationship Id="rId5"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2.png"/><Relationship Id="rId4" Type="http://schemas.openxmlformats.org/officeDocument/2006/relationships/image" Target="../media/image16.png"/><Relationship Id="rId5"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0.png"/><Relationship Id="rId4" Type="http://schemas.openxmlformats.org/officeDocument/2006/relationships/image" Target="../media/image27.png"/><Relationship Id="rId5"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plantuml.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216993" y="3798276"/>
            <a:ext cx="8672030" cy="632343"/>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rgbClr val="FFFFFF"/>
              </a:buClr>
              <a:buSzPct val="100000"/>
              <a:buFont typeface="Arial Black"/>
              <a:buNone/>
            </a:pPr>
            <a:r>
              <a:rPr lang="en-US" sz="6000">
                <a:latin typeface="Arial Black"/>
                <a:ea typeface="Arial Black"/>
                <a:cs typeface="Arial Black"/>
                <a:sym typeface="Arial Black"/>
              </a:rPr>
              <a:t>Job Flow </a:t>
            </a:r>
            <a:r>
              <a:rPr lang="en-US"/>
              <a:t>: </a:t>
            </a:r>
            <a:r>
              <a:rPr lang="en-US" sz="4000"/>
              <a:t>Resume Shortlist Assistant</a:t>
            </a:r>
            <a:endParaRPr sz="4000"/>
          </a:p>
        </p:txBody>
      </p:sp>
      <p:sp>
        <p:nvSpPr>
          <p:cNvPr id="89" name="Google Shape;89;p1"/>
          <p:cNvSpPr txBox="1"/>
          <p:nvPr>
            <p:ph idx="1" type="subTitle"/>
          </p:nvPr>
        </p:nvSpPr>
        <p:spPr>
          <a:xfrm>
            <a:off x="1100015" y="4670246"/>
            <a:ext cx="7315200" cy="914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200"/>
              <a:buNone/>
            </a:pPr>
            <a:r>
              <a:rPr lang="en-US"/>
              <a:t>Present by: Shah Diya R.</a:t>
            </a:r>
            <a:endParaRPr>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txBox="1"/>
          <p:nvPr>
            <p:ph type="title"/>
          </p:nvPr>
        </p:nvSpPr>
        <p:spPr>
          <a:xfrm>
            <a:off x="252919" y="1123837"/>
            <a:ext cx="2947482" cy="460118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4400"/>
              <a:buFont typeface="Times New Roman"/>
              <a:buNone/>
            </a:pPr>
            <a:r>
              <a:rPr lang="en-US" sz="4400">
                <a:latin typeface="Times New Roman"/>
                <a:ea typeface="Times New Roman"/>
                <a:cs typeface="Times New Roman"/>
                <a:sym typeface="Times New Roman"/>
              </a:rPr>
              <a:t>Outline</a:t>
            </a:r>
            <a:endParaRPr sz="4400">
              <a:latin typeface="Times New Roman"/>
              <a:ea typeface="Times New Roman"/>
              <a:cs typeface="Times New Roman"/>
              <a:sym typeface="Times New Roman"/>
            </a:endParaRPr>
          </a:p>
        </p:txBody>
      </p:sp>
      <p:sp>
        <p:nvSpPr>
          <p:cNvPr id="95" name="Google Shape;95;p2"/>
          <p:cNvSpPr txBox="1"/>
          <p:nvPr>
            <p:ph idx="1" type="body"/>
          </p:nvPr>
        </p:nvSpPr>
        <p:spPr>
          <a:xfrm>
            <a:off x="3869268" y="864108"/>
            <a:ext cx="7315200" cy="5120640"/>
          </a:xfrm>
          <a:prstGeom prst="rect">
            <a:avLst/>
          </a:prstGeom>
          <a:noFill/>
          <a:ln>
            <a:noFill/>
          </a:ln>
        </p:spPr>
        <p:txBody>
          <a:bodyPr anchorCtr="0" anchor="ctr" bIns="45700" lIns="91425" spcFirstLastPara="1" rIns="91425" wrap="square" tIns="45700">
            <a:normAutofit/>
          </a:bodyPr>
          <a:lstStyle/>
          <a:p>
            <a:pPr indent="-182880" lvl="0" marL="182880" rtl="0" algn="l">
              <a:lnSpc>
                <a:spcPct val="90000"/>
              </a:lnSpc>
              <a:spcBef>
                <a:spcPts val="0"/>
              </a:spcBef>
              <a:spcAft>
                <a:spcPts val="0"/>
              </a:spcAft>
              <a:buSzPts val="2800"/>
              <a:buChar char="●"/>
            </a:pPr>
            <a:r>
              <a:rPr lang="en-US" sz="2800">
                <a:latin typeface="Times New Roman"/>
                <a:ea typeface="Times New Roman"/>
                <a:cs typeface="Times New Roman"/>
                <a:sym typeface="Times New Roman"/>
              </a:rPr>
              <a:t>Abstract</a:t>
            </a:r>
            <a:endParaRPr sz="2800">
              <a:latin typeface="Times New Roman"/>
              <a:ea typeface="Times New Roman"/>
              <a:cs typeface="Times New Roman"/>
              <a:sym typeface="Times New Roman"/>
            </a:endParaRPr>
          </a:p>
          <a:p>
            <a:pPr indent="-182880" lvl="0" marL="182880" rtl="0" algn="l">
              <a:lnSpc>
                <a:spcPct val="90000"/>
              </a:lnSpc>
              <a:spcBef>
                <a:spcPts val="1200"/>
              </a:spcBef>
              <a:spcAft>
                <a:spcPts val="0"/>
              </a:spcAft>
              <a:buSzPts val="2800"/>
              <a:buChar char="●"/>
            </a:pPr>
            <a:r>
              <a:rPr lang="en-US" sz="2800">
                <a:latin typeface="Times New Roman"/>
                <a:ea typeface="Times New Roman"/>
                <a:cs typeface="Times New Roman"/>
                <a:sym typeface="Times New Roman"/>
              </a:rPr>
              <a:t>Introduction</a:t>
            </a:r>
            <a:endParaRPr/>
          </a:p>
          <a:p>
            <a:pPr indent="-182880" lvl="0" marL="182880" rtl="0" algn="l">
              <a:lnSpc>
                <a:spcPct val="90000"/>
              </a:lnSpc>
              <a:spcBef>
                <a:spcPts val="1200"/>
              </a:spcBef>
              <a:spcAft>
                <a:spcPts val="0"/>
              </a:spcAft>
              <a:buSzPts val="2800"/>
              <a:buChar char="●"/>
            </a:pPr>
            <a:r>
              <a:rPr lang="en-US" sz="2800">
                <a:latin typeface="Times New Roman"/>
                <a:ea typeface="Times New Roman"/>
                <a:cs typeface="Times New Roman"/>
                <a:sym typeface="Times New Roman"/>
              </a:rPr>
              <a:t> Literature survey </a:t>
            </a:r>
            <a:endParaRPr/>
          </a:p>
          <a:p>
            <a:pPr indent="-182880" lvl="0" marL="182880" rtl="0" algn="l">
              <a:lnSpc>
                <a:spcPct val="90000"/>
              </a:lnSpc>
              <a:spcBef>
                <a:spcPts val="1200"/>
              </a:spcBef>
              <a:spcAft>
                <a:spcPts val="0"/>
              </a:spcAft>
              <a:buSzPts val="2800"/>
              <a:buChar char="●"/>
            </a:pPr>
            <a:r>
              <a:rPr lang="en-US" sz="2800">
                <a:latin typeface="Times New Roman"/>
                <a:ea typeface="Times New Roman"/>
                <a:cs typeface="Times New Roman"/>
                <a:sym typeface="Times New Roman"/>
              </a:rPr>
              <a:t>Proposed system</a:t>
            </a:r>
            <a:endParaRPr/>
          </a:p>
          <a:p>
            <a:pPr indent="-182880" lvl="0" marL="182880" rtl="0" algn="l">
              <a:lnSpc>
                <a:spcPct val="90000"/>
              </a:lnSpc>
              <a:spcBef>
                <a:spcPts val="1200"/>
              </a:spcBef>
              <a:spcAft>
                <a:spcPts val="0"/>
              </a:spcAft>
              <a:buSzPts val="2800"/>
              <a:buChar char="●"/>
            </a:pPr>
            <a:r>
              <a:rPr lang="en-US" sz="2800">
                <a:latin typeface="Times New Roman"/>
                <a:ea typeface="Times New Roman"/>
                <a:cs typeface="Times New Roman"/>
                <a:sym typeface="Times New Roman"/>
              </a:rPr>
              <a:t>Diagrams </a:t>
            </a:r>
            <a:endParaRPr/>
          </a:p>
          <a:p>
            <a:pPr indent="-182880" lvl="0" marL="182880" rtl="0" algn="l">
              <a:lnSpc>
                <a:spcPct val="90000"/>
              </a:lnSpc>
              <a:spcBef>
                <a:spcPts val="1200"/>
              </a:spcBef>
              <a:spcAft>
                <a:spcPts val="0"/>
              </a:spcAft>
              <a:buSzPts val="2800"/>
              <a:buChar char="●"/>
            </a:pPr>
            <a:r>
              <a:rPr lang="en-US" sz="2800">
                <a:latin typeface="Times New Roman"/>
                <a:ea typeface="Times New Roman"/>
                <a:cs typeface="Times New Roman"/>
                <a:sym typeface="Times New Roman"/>
              </a:rPr>
              <a:t>Implementation </a:t>
            </a:r>
            <a:endParaRPr/>
          </a:p>
          <a:p>
            <a:pPr indent="-182880" lvl="0" marL="182880" rtl="0" algn="l">
              <a:lnSpc>
                <a:spcPct val="90000"/>
              </a:lnSpc>
              <a:spcBef>
                <a:spcPts val="1200"/>
              </a:spcBef>
              <a:spcAft>
                <a:spcPts val="0"/>
              </a:spcAft>
              <a:buSzPts val="2800"/>
              <a:buChar char="●"/>
            </a:pPr>
            <a:r>
              <a:rPr lang="en-US" sz="2800">
                <a:latin typeface="Times New Roman"/>
                <a:ea typeface="Times New Roman"/>
                <a:cs typeface="Times New Roman"/>
                <a:sym typeface="Times New Roman"/>
              </a:rPr>
              <a:t>Conclusion and future work </a:t>
            </a:r>
            <a:endParaRPr/>
          </a:p>
          <a:p>
            <a:pPr indent="-182880" lvl="0" marL="182880" rtl="0" algn="l">
              <a:lnSpc>
                <a:spcPct val="90000"/>
              </a:lnSpc>
              <a:spcBef>
                <a:spcPts val="1200"/>
              </a:spcBef>
              <a:spcAft>
                <a:spcPts val="0"/>
              </a:spcAft>
              <a:buSzPts val="2800"/>
              <a:buChar char="●"/>
            </a:pPr>
            <a:r>
              <a:rPr lang="en-US" sz="2800">
                <a:latin typeface="Times New Roman"/>
                <a:ea typeface="Times New Roman"/>
                <a:cs typeface="Times New Roman"/>
                <a:sym typeface="Times New Roman"/>
              </a:rPr>
              <a:t>References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txBox="1"/>
          <p:nvPr>
            <p:ph type="title"/>
          </p:nvPr>
        </p:nvSpPr>
        <p:spPr>
          <a:xfrm>
            <a:off x="252919" y="1123837"/>
            <a:ext cx="2947482" cy="460118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4400"/>
              <a:buFont typeface="Times New Roman"/>
              <a:buNone/>
            </a:pPr>
            <a:r>
              <a:rPr lang="en-US" sz="4400">
                <a:latin typeface="Times New Roman"/>
                <a:ea typeface="Times New Roman"/>
                <a:cs typeface="Times New Roman"/>
                <a:sym typeface="Times New Roman"/>
              </a:rPr>
              <a:t>Abstract</a:t>
            </a:r>
            <a:br>
              <a:rPr lang="en-US" sz="3600">
                <a:latin typeface="Times New Roman"/>
                <a:ea typeface="Times New Roman"/>
                <a:cs typeface="Times New Roman"/>
                <a:sym typeface="Times New Roman"/>
              </a:rPr>
            </a:br>
            <a:endParaRPr/>
          </a:p>
        </p:txBody>
      </p:sp>
      <p:sp>
        <p:nvSpPr>
          <p:cNvPr id="101" name="Google Shape;101;p3"/>
          <p:cNvSpPr txBox="1"/>
          <p:nvPr>
            <p:ph idx="1" type="body"/>
          </p:nvPr>
        </p:nvSpPr>
        <p:spPr>
          <a:xfrm>
            <a:off x="3869268" y="864108"/>
            <a:ext cx="7315200" cy="5120640"/>
          </a:xfrm>
          <a:prstGeom prst="rect">
            <a:avLst/>
          </a:prstGeom>
          <a:noFill/>
          <a:ln>
            <a:noFill/>
          </a:ln>
        </p:spPr>
        <p:txBody>
          <a:bodyPr anchorCtr="0" anchor="ctr" bIns="45700" lIns="91425" spcFirstLastPara="1" rIns="91425" wrap="square" tIns="45700">
            <a:normAutofit/>
          </a:bodyPr>
          <a:lstStyle/>
          <a:p>
            <a:pPr indent="-182880" lvl="0" marL="182880" rtl="0" algn="just">
              <a:lnSpc>
                <a:spcPct val="90000"/>
              </a:lnSpc>
              <a:spcBef>
                <a:spcPts val="0"/>
              </a:spcBef>
              <a:spcAft>
                <a:spcPts val="0"/>
              </a:spcAft>
              <a:buSzPts val="2400"/>
              <a:buFont typeface="Arial"/>
              <a:buChar char="•"/>
            </a:pPr>
            <a:r>
              <a:rPr lang="en-US" sz="2400">
                <a:latin typeface="Times New Roman"/>
                <a:ea typeface="Times New Roman"/>
                <a:cs typeface="Times New Roman"/>
                <a:sym typeface="Times New Roman"/>
              </a:rPr>
              <a:t>In today's fast-paced digital world, traditional job search methods are inefficient.</a:t>
            </a:r>
            <a:endParaRPr/>
          </a:p>
          <a:p>
            <a:pPr indent="-182880" lvl="0" marL="182880" rtl="0" algn="just">
              <a:lnSpc>
                <a:spcPct val="90000"/>
              </a:lnSpc>
              <a:spcBef>
                <a:spcPts val="1200"/>
              </a:spcBef>
              <a:spcAft>
                <a:spcPts val="0"/>
              </a:spcAft>
              <a:buSzPts val="2400"/>
              <a:buFont typeface="Arial"/>
              <a:buChar char="•"/>
            </a:pPr>
            <a:r>
              <a:rPr b="1" lang="en-US" sz="2400">
                <a:latin typeface="Times New Roman"/>
                <a:ea typeface="Times New Roman"/>
                <a:cs typeface="Times New Roman"/>
                <a:sym typeface="Times New Roman"/>
              </a:rPr>
              <a:t>JobFlow</a:t>
            </a:r>
            <a:r>
              <a:rPr lang="en-US" sz="2400">
                <a:latin typeface="Times New Roman"/>
                <a:ea typeface="Times New Roman"/>
                <a:cs typeface="Times New Roman"/>
                <a:sym typeface="Times New Roman"/>
              </a:rPr>
              <a:t> provides an efficient platform for candidates and employers.</a:t>
            </a:r>
            <a:endParaRPr/>
          </a:p>
          <a:p>
            <a:pPr indent="-182880" lvl="0" marL="182880" rtl="0" algn="just">
              <a:lnSpc>
                <a:spcPct val="90000"/>
              </a:lnSpc>
              <a:spcBef>
                <a:spcPts val="1200"/>
              </a:spcBef>
              <a:spcAft>
                <a:spcPts val="0"/>
              </a:spcAft>
              <a:buSzPts val="2400"/>
              <a:buFont typeface="Arial"/>
              <a:buChar char="•"/>
            </a:pPr>
            <a:r>
              <a:rPr lang="en-US" sz="2400">
                <a:latin typeface="Times New Roman"/>
                <a:ea typeface="Times New Roman"/>
                <a:cs typeface="Times New Roman"/>
                <a:sym typeface="Times New Roman"/>
              </a:rPr>
              <a:t>Features:</a:t>
            </a:r>
            <a:endParaRPr/>
          </a:p>
          <a:p>
            <a:pPr indent="-285750" lvl="1" marL="742950" rtl="0" algn="just">
              <a:lnSpc>
                <a:spcPct val="90000"/>
              </a:lnSpc>
              <a:spcBef>
                <a:spcPts val="250"/>
              </a:spcBef>
              <a:spcAft>
                <a:spcPts val="0"/>
              </a:spcAft>
              <a:buSzPts val="2400"/>
              <a:buFont typeface="Arial"/>
              <a:buChar char="•"/>
            </a:pPr>
            <a:r>
              <a:rPr lang="en-US" sz="2400">
                <a:latin typeface="Times New Roman"/>
                <a:ea typeface="Times New Roman"/>
                <a:cs typeface="Times New Roman"/>
                <a:sym typeface="Times New Roman"/>
              </a:rPr>
              <a:t>Resume uploads</a:t>
            </a:r>
            <a:endParaRPr/>
          </a:p>
          <a:p>
            <a:pPr indent="-285750" lvl="1" marL="742950" rtl="0" algn="just">
              <a:lnSpc>
                <a:spcPct val="90000"/>
              </a:lnSpc>
              <a:spcBef>
                <a:spcPts val="500"/>
              </a:spcBef>
              <a:spcAft>
                <a:spcPts val="0"/>
              </a:spcAft>
              <a:buSzPts val="2400"/>
              <a:buFont typeface="Arial"/>
              <a:buChar char="•"/>
            </a:pPr>
            <a:r>
              <a:rPr lang="en-US" sz="2400">
                <a:latin typeface="Times New Roman"/>
                <a:ea typeface="Times New Roman"/>
                <a:cs typeface="Times New Roman"/>
                <a:sym typeface="Times New Roman"/>
              </a:rPr>
              <a:t>Smart resume filtering</a:t>
            </a:r>
            <a:endParaRPr/>
          </a:p>
          <a:p>
            <a:pPr indent="-285750" lvl="1" marL="742950" rtl="0" algn="just">
              <a:lnSpc>
                <a:spcPct val="90000"/>
              </a:lnSpc>
              <a:spcBef>
                <a:spcPts val="500"/>
              </a:spcBef>
              <a:spcAft>
                <a:spcPts val="0"/>
              </a:spcAft>
              <a:buSzPts val="2400"/>
              <a:buFont typeface="Arial"/>
              <a:buChar char="•"/>
            </a:pPr>
            <a:r>
              <a:rPr lang="en-US" sz="2400">
                <a:latin typeface="Times New Roman"/>
                <a:ea typeface="Times New Roman"/>
                <a:cs typeface="Times New Roman"/>
                <a:sym typeface="Times New Roman"/>
              </a:rPr>
              <a:t>Job search with filters</a:t>
            </a:r>
            <a:endParaRPr/>
          </a:p>
          <a:p>
            <a:pPr indent="-285750" lvl="1" marL="742950" rtl="0" algn="just">
              <a:lnSpc>
                <a:spcPct val="90000"/>
              </a:lnSpc>
              <a:spcBef>
                <a:spcPts val="500"/>
              </a:spcBef>
              <a:spcAft>
                <a:spcPts val="0"/>
              </a:spcAft>
              <a:buSzPts val="2400"/>
              <a:buFont typeface="Arial"/>
              <a:buChar char="•"/>
            </a:pPr>
            <a:r>
              <a:rPr lang="en-US" sz="2400">
                <a:latin typeface="Times New Roman"/>
                <a:ea typeface="Times New Roman"/>
                <a:cs typeface="Times New Roman"/>
                <a:sym typeface="Times New Roman"/>
              </a:rPr>
              <a:t>Company dashboards</a:t>
            </a:r>
            <a:endParaRPr/>
          </a:p>
          <a:p>
            <a:pPr indent="-285750" lvl="1" marL="742950" rtl="0" algn="just">
              <a:lnSpc>
                <a:spcPct val="90000"/>
              </a:lnSpc>
              <a:spcBef>
                <a:spcPts val="500"/>
              </a:spcBef>
              <a:spcAft>
                <a:spcPts val="0"/>
              </a:spcAft>
              <a:buSzPts val="2400"/>
              <a:buFont typeface="Arial"/>
              <a:buChar char="•"/>
            </a:pPr>
            <a:r>
              <a:rPr lang="en-US" sz="2400">
                <a:latin typeface="Times New Roman"/>
                <a:ea typeface="Times New Roman"/>
                <a:cs typeface="Times New Roman"/>
                <a:sym typeface="Times New Roman"/>
              </a:rPr>
              <a:t>Real-time application tracking</a:t>
            </a:r>
            <a:endParaRPr/>
          </a:p>
          <a:p>
            <a:pPr indent="-182880" lvl="0" marL="182880" rtl="0" algn="just">
              <a:lnSpc>
                <a:spcPct val="90000"/>
              </a:lnSpc>
              <a:spcBef>
                <a:spcPts val="1450"/>
              </a:spcBef>
              <a:spcAft>
                <a:spcPts val="0"/>
              </a:spcAft>
              <a:buSzPts val="2400"/>
              <a:buFont typeface="Arial"/>
              <a:buChar char="•"/>
            </a:pPr>
            <a:r>
              <a:rPr lang="en-US" sz="2400">
                <a:latin typeface="Times New Roman"/>
                <a:ea typeface="Times New Roman"/>
                <a:cs typeface="Times New Roman"/>
                <a:sym typeface="Times New Roman"/>
              </a:rPr>
              <a:t>Built using Flutter and Firebase for cross-platform compatibility and secure data handling.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4"/>
          <p:cNvSpPr txBox="1"/>
          <p:nvPr>
            <p:ph type="title"/>
          </p:nvPr>
        </p:nvSpPr>
        <p:spPr>
          <a:xfrm>
            <a:off x="252919" y="1123837"/>
            <a:ext cx="2947482" cy="460118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3600"/>
              <a:buFont typeface="Times New Roman"/>
              <a:buNone/>
            </a:pPr>
            <a:r>
              <a:rPr lang="en-US">
                <a:latin typeface="Times New Roman"/>
                <a:ea typeface="Times New Roman"/>
                <a:cs typeface="Times New Roman"/>
                <a:sym typeface="Times New Roman"/>
              </a:rPr>
              <a:t>Introduction</a:t>
            </a:r>
            <a:br>
              <a:rPr lang="en-US" sz="3600">
                <a:latin typeface="Times New Roman"/>
                <a:ea typeface="Times New Roman"/>
                <a:cs typeface="Times New Roman"/>
                <a:sym typeface="Times New Roman"/>
              </a:rPr>
            </a:br>
            <a:endParaRPr/>
          </a:p>
        </p:txBody>
      </p:sp>
      <p:sp>
        <p:nvSpPr>
          <p:cNvPr id="107" name="Google Shape;107;p4"/>
          <p:cNvSpPr txBox="1"/>
          <p:nvPr>
            <p:ph idx="1" type="body"/>
          </p:nvPr>
        </p:nvSpPr>
        <p:spPr>
          <a:xfrm>
            <a:off x="3869268" y="864108"/>
            <a:ext cx="7315200" cy="5120640"/>
          </a:xfrm>
          <a:prstGeom prst="rect">
            <a:avLst/>
          </a:prstGeom>
          <a:noFill/>
          <a:ln>
            <a:noFill/>
          </a:ln>
        </p:spPr>
        <p:txBody>
          <a:bodyPr anchorCtr="0" anchor="ctr" bIns="45700" lIns="91425" spcFirstLastPara="1" rIns="91425" wrap="square" tIns="45700">
            <a:normAutofit/>
          </a:bodyPr>
          <a:lstStyle/>
          <a:p>
            <a:pPr indent="-182880" lvl="0" marL="182880" rtl="0" algn="just">
              <a:lnSpc>
                <a:spcPct val="90000"/>
              </a:lnSpc>
              <a:spcBef>
                <a:spcPts val="0"/>
              </a:spcBef>
              <a:spcAft>
                <a:spcPts val="0"/>
              </a:spcAft>
              <a:buSzPts val="2400"/>
              <a:buFont typeface="Arial"/>
              <a:buChar char="•"/>
            </a:pPr>
            <a:r>
              <a:rPr lang="en-US" sz="2400">
                <a:latin typeface="Times New Roman"/>
                <a:ea typeface="Times New Roman"/>
                <a:cs typeface="Times New Roman"/>
                <a:sym typeface="Times New Roman"/>
              </a:rPr>
              <a:t>Hiring challenges include manual resume screening and inefficient communication.</a:t>
            </a:r>
            <a:endParaRPr/>
          </a:p>
          <a:p>
            <a:pPr indent="-182880" lvl="0" marL="182880" rtl="0" algn="just">
              <a:lnSpc>
                <a:spcPct val="90000"/>
              </a:lnSpc>
              <a:spcBef>
                <a:spcPts val="1200"/>
              </a:spcBef>
              <a:spcAft>
                <a:spcPts val="0"/>
              </a:spcAft>
              <a:buSzPts val="2400"/>
              <a:buFont typeface="Arial"/>
              <a:buChar char="•"/>
            </a:pPr>
            <a:r>
              <a:rPr lang="en-US" sz="2400">
                <a:latin typeface="Times New Roman"/>
                <a:ea typeface="Times New Roman"/>
                <a:cs typeface="Times New Roman"/>
                <a:sym typeface="Times New Roman"/>
              </a:rPr>
              <a:t>JobFlow simplifies the job search and recruitment process.</a:t>
            </a:r>
            <a:endParaRPr/>
          </a:p>
          <a:p>
            <a:pPr indent="0" lvl="0" marL="0" rtl="0" algn="just">
              <a:lnSpc>
                <a:spcPct val="90000"/>
              </a:lnSpc>
              <a:spcBef>
                <a:spcPts val="1200"/>
              </a:spcBef>
              <a:spcAft>
                <a:spcPts val="0"/>
              </a:spcAft>
              <a:buSzPts val="2400"/>
              <a:buNone/>
            </a:pPr>
            <a:r>
              <a:t/>
            </a:r>
            <a:endParaRPr sz="2400">
              <a:latin typeface="Times New Roman"/>
              <a:ea typeface="Times New Roman"/>
              <a:cs typeface="Times New Roman"/>
              <a:sym typeface="Times New Roman"/>
            </a:endParaRPr>
          </a:p>
          <a:p>
            <a:pPr indent="-182880" lvl="0" marL="182880" rtl="0" algn="just">
              <a:lnSpc>
                <a:spcPct val="90000"/>
              </a:lnSpc>
              <a:spcBef>
                <a:spcPts val="1200"/>
              </a:spcBef>
              <a:spcAft>
                <a:spcPts val="0"/>
              </a:spcAft>
              <a:buSzPts val="2400"/>
              <a:buFont typeface="Arial"/>
              <a:buChar char="•"/>
            </a:pPr>
            <a:r>
              <a:rPr b="1" lang="en-US" sz="2400">
                <a:latin typeface="Times New Roman"/>
                <a:ea typeface="Times New Roman"/>
                <a:cs typeface="Times New Roman"/>
                <a:sym typeface="Times New Roman"/>
              </a:rPr>
              <a:t>Objectives:</a:t>
            </a:r>
            <a:endParaRPr/>
          </a:p>
          <a:p>
            <a:pPr indent="-182880" lvl="0" marL="182880" rtl="0" algn="just">
              <a:lnSpc>
                <a:spcPct val="90000"/>
              </a:lnSpc>
              <a:spcBef>
                <a:spcPts val="1200"/>
              </a:spcBef>
              <a:spcAft>
                <a:spcPts val="0"/>
              </a:spcAft>
              <a:buSzPts val="2400"/>
              <a:buFont typeface="Arial"/>
              <a:buChar char="•"/>
            </a:pPr>
            <a:r>
              <a:rPr lang="en-US" sz="2400">
                <a:latin typeface="Times New Roman"/>
                <a:ea typeface="Times New Roman"/>
                <a:cs typeface="Times New Roman"/>
                <a:sym typeface="Times New Roman"/>
              </a:rPr>
              <a:t>Help job seekers easily find and apply for jobs.</a:t>
            </a:r>
            <a:endParaRPr/>
          </a:p>
          <a:p>
            <a:pPr indent="-182880" lvl="0" marL="182880" rtl="0" algn="just">
              <a:lnSpc>
                <a:spcPct val="90000"/>
              </a:lnSpc>
              <a:spcBef>
                <a:spcPts val="1200"/>
              </a:spcBef>
              <a:spcAft>
                <a:spcPts val="0"/>
              </a:spcAft>
              <a:buSzPts val="2400"/>
              <a:buFont typeface="Arial"/>
              <a:buChar char="•"/>
            </a:pPr>
            <a:r>
              <a:rPr lang="en-US" sz="2400">
                <a:latin typeface="Times New Roman"/>
                <a:ea typeface="Times New Roman"/>
                <a:cs typeface="Times New Roman"/>
                <a:sym typeface="Times New Roman"/>
              </a:rPr>
              <a:t>Assist companies in finding qualified candidates faster.</a:t>
            </a:r>
            <a:endParaRPr/>
          </a:p>
          <a:p>
            <a:pPr indent="-30479" lvl="0" marL="182880" rtl="0" algn="just">
              <a:lnSpc>
                <a:spcPct val="90000"/>
              </a:lnSpc>
              <a:spcBef>
                <a:spcPts val="1200"/>
              </a:spcBef>
              <a:spcAft>
                <a:spcPts val="0"/>
              </a:spcAft>
              <a:buSzPts val="2400"/>
              <a:buFont typeface="Arial"/>
              <a:buNone/>
            </a:pPr>
            <a:r>
              <a:t/>
            </a:r>
            <a:endParaRPr sz="24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5"/>
          <p:cNvSpPr txBox="1"/>
          <p:nvPr>
            <p:ph type="title"/>
          </p:nvPr>
        </p:nvSpPr>
        <p:spPr>
          <a:xfrm>
            <a:off x="252919" y="1123837"/>
            <a:ext cx="2947482" cy="460118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3600"/>
              <a:buFont typeface="Times New Roman"/>
              <a:buNone/>
            </a:pPr>
            <a:r>
              <a:rPr lang="en-US">
                <a:latin typeface="Times New Roman"/>
                <a:ea typeface="Times New Roman"/>
                <a:cs typeface="Times New Roman"/>
                <a:sym typeface="Times New Roman"/>
              </a:rPr>
              <a:t>Literature Survey</a:t>
            </a:r>
            <a:endParaRPr/>
          </a:p>
        </p:txBody>
      </p:sp>
      <p:sp>
        <p:nvSpPr>
          <p:cNvPr id="113" name="Google Shape;113;p5"/>
          <p:cNvSpPr txBox="1"/>
          <p:nvPr>
            <p:ph idx="1" type="body"/>
          </p:nvPr>
        </p:nvSpPr>
        <p:spPr>
          <a:xfrm>
            <a:off x="3869268" y="864108"/>
            <a:ext cx="7315200" cy="512064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2400"/>
              <a:buNone/>
            </a:pPr>
            <a:r>
              <a:rPr b="1" lang="en-US" sz="2400">
                <a:latin typeface="Times New Roman"/>
                <a:ea typeface="Times New Roman"/>
                <a:cs typeface="Times New Roman"/>
                <a:sym typeface="Times New Roman"/>
              </a:rPr>
              <a:t>Existing Systems:</a:t>
            </a:r>
            <a:endParaRPr/>
          </a:p>
          <a:p>
            <a:pPr indent="-182880" lvl="0" marL="182880" rtl="0" algn="l">
              <a:lnSpc>
                <a:spcPct val="90000"/>
              </a:lnSpc>
              <a:spcBef>
                <a:spcPts val="1200"/>
              </a:spcBef>
              <a:spcAft>
                <a:spcPts val="0"/>
              </a:spcAft>
              <a:buSzPts val="2400"/>
              <a:buChar char="●"/>
            </a:pPr>
            <a:r>
              <a:rPr lang="en-US" sz="2400">
                <a:latin typeface="Times New Roman"/>
                <a:ea typeface="Times New Roman"/>
                <a:cs typeface="Times New Roman"/>
                <a:sym typeface="Times New Roman"/>
              </a:rPr>
              <a:t>LinkedIn, Indeed, Naukri, Monster, Glassdoor.</a:t>
            </a:r>
            <a:endParaRPr/>
          </a:p>
          <a:p>
            <a:pPr indent="0" lvl="0" marL="0" rtl="0" algn="l">
              <a:lnSpc>
                <a:spcPct val="90000"/>
              </a:lnSpc>
              <a:spcBef>
                <a:spcPts val="1200"/>
              </a:spcBef>
              <a:spcAft>
                <a:spcPts val="0"/>
              </a:spcAft>
              <a:buSzPts val="2400"/>
              <a:buNone/>
            </a:pPr>
            <a:r>
              <a:t/>
            </a:r>
            <a:endParaRPr sz="2400">
              <a:latin typeface="Times New Roman"/>
              <a:ea typeface="Times New Roman"/>
              <a:cs typeface="Times New Roman"/>
              <a:sym typeface="Times New Roman"/>
            </a:endParaRPr>
          </a:p>
          <a:p>
            <a:pPr indent="0" lvl="0" marL="0" rtl="0" algn="l">
              <a:lnSpc>
                <a:spcPct val="90000"/>
              </a:lnSpc>
              <a:spcBef>
                <a:spcPts val="1200"/>
              </a:spcBef>
              <a:spcAft>
                <a:spcPts val="0"/>
              </a:spcAft>
              <a:buSzPts val="2400"/>
              <a:buNone/>
            </a:pPr>
            <a:r>
              <a:rPr b="1" lang="en-US" sz="2400">
                <a:latin typeface="Times New Roman"/>
                <a:ea typeface="Times New Roman"/>
                <a:cs typeface="Times New Roman"/>
                <a:sym typeface="Times New Roman"/>
              </a:rPr>
              <a:t>Problems Identified:</a:t>
            </a:r>
            <a:endParaRPr/>
          </a:p>
          <a:p>
            <a:pPr indent="-182880" lvl="0" marL="182880" rtl="0" algn="l">
              <a:lnSpc>
                <a:spcPct val="90000"/>
              </a:lnSpc>
              <a:spcBef>
                <a:spcPts val="1200"/>
              </a:spcBef>
              <a:spcAft>
                <a:spcPts val="0"/>
              </a:spcAft>
              <a:buSzPts val="2400"/>
              <a:buChar char="●"/>
            </a:pPr>
            <a:r>
              <a:rPr lang="en-US" sz="2400">
                <a:latin typeface="Times New Roman"/>
                <a:ea typeface="Times New Roman"/>
                <a:cs typeface="Times New Roman"/>
                <a:sym typeface="Times New Roman"/>
              </a:rPr>
              <a:t>Time-consuming manual resume review.</a:t>
            </a:r>
            <a:endParaRPr/>
          </a:p>
          <a:p>
            <a:pPr indent="-182880" lvl="0" marL="182880" rtl="0" algn="l">
              <a:lnSpc>
                <a:spcPct val="90000"/>
              </a:lnSpc>
              <a:spcBef>
                <a:spcPts val="1200"/>
              </a:spcBef>
              <a:spcAft>
                <a:spcPts val="0"/>
              </a:spcAft>
              <a:buSzPts val="2400"/>
              <a:buChar char="●"/>
            </a:pPr>
            <a:r>
              <a:rPr lang="en-US" sz="2400">
                <a:latin typeface="Times New Roman"/>
                <a:ea typeface="Times New Roman"/>
                <a:cs typeface="Times New Roman"/>
                <a:sym typeface="Times New Roman"/>
              </a:rPr>
              <a:t>Lack of personalized job recommendations.</a:t>
            </a:r>
            <a:endParaRPr/>
          </a:p>
          <a:p>
            <a:pPr indent="-182880" lvl="0" marL="182880" rtl="0" algn="l">
              <a:lnSpc>
                <a:spcPct val="90000"/>
              </a:lnSpc>
              <a:spcBef>
                <a:spcPts val="1200"/>
              </a:spcBef>
              <a:spcAft>
                <a:spcPts val="0"/>
              </a:spcAft>
              <a:buSzPts val="2400"/>
              <a:buChar char="●"/>
            </a:pPr>
            <a:r>
              <a:rPr lang="en-US" sz="2400">
                <a:latin typeface="Times New Roman"/>
                <a:ea typeface="Times New Roman"/>
                <a:cs typeface="Times New Roman"/>
                <a:sym typeface="Times New Roman"/>
              </a:rPr>
              <a:t>Delayed employer responses.</a:t>
            </a:r>
            <a:endParaRPr/>
          </a:p>
          <a:p>
            <a:pPr indent="0" lvl="0" marL="0" rtl="0" algn="l">
              <a:lnSpc>
                <a:spcPct val="90000"/>
              </a:lnSpc>
              <a:spcBef>
                <a:spcPts val="1200"/>
              </a:spcBef>
              <a:spcAft>
                <a:spcPts val="0"/>
              </a:spcAft>
              <a:buSzPts val="2400"/>
              <a:buNone/>
            </a:pPr>
            <a:r>
              <a:t/>
            </a:r>
            <a:endParaRPr sz="2400">
              <a:latin typeface="Times New Roman"/>
              <a:ea typeface="Times New Roman"/>
              <a:cs typeface="Times New Roman"/>
              <a:sym typeface="Times New Roman"/>
            </a:endParaRPr>
          </a:p>
          <a:p>
            <a:pPr indent="0" lvl="0" marL="0" rtl="0" algn="l">
              <a:lnSpc>
                <a:spcPct val="90000"/>
              </a:lnSpc>
              <a:spcBef>
                <a:spcPts val="1200"/>
              </a:spcBef>
              <a:spcAft>
                <a:spcPts val="0"/>
              </a:spcAft>
              <a:buSzPts val="2400"/>
              <a:buNone/>
            </a:pPr>
            <a:r>
              <a:rPr b="1" lang="en-US" sz="2400">
                <a:latin typeface="Times New Roman"/>
                <a:ea typeface="Times New Roman"/>
                <a:cs typeface="Times New Roman"/>
                <a:sym typeface="Times New Roman"/>
              </a:rPr>
              <a:t>Solution Proposed:</a:t>
            </a:r>
            <a:endParaRPr/>
          </a:p>
          <a:p>
            <a:pPr indent="-182880" lvl="0" marL="182880" rtl="0" algn="l">
              <a:lnSpc>
                <a:spcPct val="90000"/>
              </a:lnSpc>
              <a:spcBef>
                <a:spcPts val="1200"/>
              </a:spcBef>
              <a:spcAft>
                <a:spcPts val="0"/>
              </a:spcAft>
              <a:buSzPts val="2400"/>
              <a:buChar char="●"/>
            </a:pPr>
            <a:r>
              <a:rPr lang="en-US" sz="2400">
                <a:latin typeface="Times New Roman"/>
                <a:ea typeface="Times New Roman"/>
                <a:cs typeface="Times New Roman"/>
                <a:sym typeface="Times New Roman"/>
              </a:rPr>
              <a:t>Smart resume filtering based on job descriptions.</a:t>
            </a:r>
            <a:endParaRPr/>
          </a:p>
          <a:p>
            <a:pPr indent="-182880" lvl="0" marL="182880" rtl="0" algn="l">
              <a:lnSpc>
                <a:spcPct val="90000"/>
              </a:lnSpc>
              <a:spcBef>
                <a:spcPts val="1200"/>
              </a:spcBef>
              <a:spcAft>
                <a:spcPts val="0"/>
              </a:spcAft>
              <a:buSzPts val="2400"/>
              <a:buChar char="●"/>
            </a:pPr>
            <a:r>
              <a:rPr lang="en-US" sz="2400">
                <a:latin typeface="Times New Roman"/>
                <a:ea typeface="Times New Roman"/>
                <a:cs typeface="Times New Roman"/>
                <a:sym typeface="Times New Roman"/>
              </a:rPr>
              <a:t>Real-time updates to candidates.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6"/>
          <p:cNvSpPr txBox="1"/>
          <p:nvPr>
            <p:ph type="title"/>
          </p:nvPr>
        </p:nvSpPr>
        <p:spPr>
          <a:xfrm>
            <a:off x="252919" y="1123837"/>
            <a:ext cx="2947482" cy="460118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3600"/>
              <a:buFont typeface="Times New Roman"/>
              <a:buNone/>
            </a:pPr>
            <a:r>
              <a:rPr lang="en-US">
                <a:latin typeface="Times New Roman"/>
                <a:ea typeface="Times New Roman"/>
                <a:cs typeface="Times New Roman"/>
                <a:sym typeface="Times New Roman"/>
              </a:rPr>
              <a:t>Proposed System</a:t>
            </a:r>
            <a:endParaRPr/>
          </a:p>
        </p:txBody>
      </p:sp>
      <p:sp>
        <p:nvSpPr>
          <p:cNvPr id="119" name="Google Shape;119;p6"/>
          <p:cNvSpPr txBox="1"/>
          <p:nvPr>
            <p:ph idx="1" type="body"/>
          </p:nvPr>
        </p:nvSpPr>
        <p:spPr>
          <a:xfrm>
            <a:off x="3869268" y="864108"/>
            <a:ext cx="7315200" cy="5120640"/>
          </a:xfrm>
          <a:prstGeom prst="rect">
            <a:avLst/>
          </a:prstGeom>
          <a:noFill/>
          <a:ln>
            <a:noFill/>
          </a:ln>
        </p:spPr>
        <p:txBody>
          <a:bodyPr anchorCtr="0" anchor="ctr" bIns="45700" lIns="91425" spcFirstLastPara="1" rIns="91425" wrap="square" tIns="45700">
            <a:normAutofit fontScale="92500"/>
          </a:bodyPr>
          <a:lstStyle/>
          <a:p>
            <a:pPr indent="0" lvl="0" marL="0" rtl="0" algn="l">
              <a:lnSpc>
                <a:spcPct val="90000"/>
              </a:lnSpc>
              <a:spcBef>
                <a:spcPts val="0"/>
              </a:spcBef>
              <a:spcAft>
                <a:spcPts val="0"/>
              </a:spcAft>
              <a:buSzPct val="100000"/>
              <a:buNone/>
            </a:pPr>
            <a:r>
              <a:rPr b="1" lang="en-US" sz="2400">
                <a:latin typeface="Times New Roman"/>
                <a:ea typeface="Times New Roman"/>
                <a:cs typeface="Times New Roman"/>
                <a:sym typeface="Times New Roman"/>
              </a:rPr>
              <a:t>Key Features of JobFlow:</a:t>
            </a:r>
            <a:endParaRPr/>
          </a:p>
          <a:p>
            <a:pPr indent="-182880" lvl="0" marL="182880" rtl="0" algn="l">
              <a:lnSpc>
                <a:spcPct val="90000"/>
              </a:lnSpc>
              <a:spcBef>
                <a:spcPts val="1200"/>
              </a:spcBef>
              <a:spcAft>
                <a:spcPts val="0"/>
              </a:spcAft>
              <a:buSzPct val="100000"/>
              <a:buChar char="●"/>
            </a:pPr>
            <a:r>
              <a:rPr lang="en-US" sz="2400">
                <a:latin typeface="Times New Roman"/>
                <a:ea typeface="Times New Roman"/>
                <a:cs typeface="Times New Roman"/>
                <a:sym typeface="Times New Roman"/>
              </a:rPr>
              <a:t>Smart resume filtering using AI techniques.</a:t>
            </a:r>
            <a:endParaRPr/>
          </a:p>
          <a:p>
            <a:pPr indent="-182880" lvl="0" marL="182880" rtl="0" algn="l">
              <a:lnSpc>
                <a:spcPct val="90000"/>
              </a:lnSpc>
              <a:spcBef>
                <a:spcPts val="1200"/>
              </a:spcBef>
              <a:spcAft>
                <a:spcPts val="0"/>
              </a:spcAft>
              <a:buSzPct val="100000"/>
              <a:buChar char="●"/>
            </a:pPr>
            <a:r>
              <a:rPr lang="en-US" sz="2400">
                <a:latin typeface="Times New Roman"/>
                <a:ea typeface="Times New Roman"/>
                <a:cs typeface="Times New Roman"/>
                <a:sym typeface="Times New Roman"/>
              </a:rPr>
              <a:t>Cloud-based resume storage for easy access.</a:t>
            </a:r>
            <a:endParaRPr/>
          </a:p>
          <a:p>
            <a:pPr indent="-182880" lvl="0" marL="182880" rtl="0" algn="l">
              <a:lnSpc>
                <a:spcPct val="90000"/>
              </a:lnSpc>
              <a:spcBef>
                <a:spcPts val="1200"/>
              </a:spcBef>
              <a:spcAft>
                <a:spcPts val="0"/>
              </a:spcAft>
              <a:buSzPct val="100000"/>
              <a:buChar char="●"/>
            </a:pPr>
            <a:r>
              <a:rPr lang="en-US" sz="2400">
                <a:latin typeface="Times New Roman"/>
                <a:ea typeface="Times New Roman"/>
                <a:cs typeface="Times New Roman"/>
                <a:sym typeface="Times New Roman"/>
              </a:rPr>
              <a:t>Real-time notifications about job application status.</a:t>
            </a:r>
            <a:endParaRPr/>
          </a:p>
          <a:p>
            <a:pPr indent="-182880" lvl="0" marL="182880" rtl="0" algn="l">
              <a:lnSpc>
                <a:spcPct val="90000"/>
              </a:lnSpc>
              <a:spcBef>
                <a:spcPts val="1200"/>
              </a:spcBef>
              <a:spcAft>
                <a:spcPts val="0"/>
              </a:spcAft>
              <a:buSzPct val="100000"/>
              <a:buChar char="●"/>
            </a:pPr>
            <a:r>
              <a:rPr lang="en-US" sz="2400">
                <a:latin typeface="Times New Roman"/>
                <a:ea typeface="Times New Roman"/>
                <a:cs typeface="Times New Roman"/>
                <a:sym typeface="Times New Roman"/>
              </a:rPr>
              <a:t>Direct communication between companies and candidates.</a:t>
            </a:r>
            <a:endParaRPr/>
          </a:p>
          <a:p>
            <a:pPr indent="-182880" lvl="0" marL="182880" rtl="0" algn="l">
              <a:lnSpc>
                <a:spcPct val="90000"/>
              </a:lnSpc>
              <a:spcBef>
                <a:spcPts val="1200"/>
              </a:spcBef>
              <a:spcAft>
                <a:spcPts val="0"/>
              </a:spcAft>
              <a:buSzPct val="100000"/>
              <a:buChar char="●"/>
            </a:pPr>
            <a:r>
              <a:rPr lang="en-US" sz="2400">
                <a:latin typeface="Times New Roman"/>
                <a:ea typeface="Times New Roman"/>
                <a:cs typeface="Times New Roman"/>
                <a:sym typeface="Times New Roman"/>
              </a:rPr>
              <a:t>Secure authentication using Firebase.</a:t>
            </a:r>
            <a:endParaRPr/>
          </a:p>
          <a:p>
            <a:pPr indent="-41909" lvl="0" marL="182880" rtl="0" algn="l">
              <a:lnSpc>
                <a:spcPct val="90000"/>
              </a:lnSpc>
              <a:spcBef>
                <a:spcPts val="1200"/>
              </a:spcBef>
              <a:spcAft>
                <a:spcPts val="0"/>
              </a:spcAft>
              <a:buSzPct val="100000"/>
              <a:buNone/>
            </a:pPr>
            <a:r>
              <a:t/>
            </a:r>
            <a:endParaRPr sz="2400">
              <a:latin typeface="Times New Roman"/>
              <a:ea typeface="Times New Roman"/>
              <a:cs typeface="Times New Roman"/>
              <a:sym typeface="Times New Roman"/>
            </a:endParaRPr>
          </a:p>
          <a:p>
            <a:pPr indent="0" lvl="0" marL="0" rtl="0" algn="l">
              <a:lnSpc>
                <a:spcPct val="90000"/>
              </a:lnSpc>
              <a:spcBef>
                <a:spcPts val="1200"/>
              </a:spcBef>
              <a:spcAft>
                <a:spcPts val="0"/>
              </a:spcAft>
              <a:buSzPct val="100000"/>
              <a:buNone/>
            </a:pPr>
            <a:r>
              <a:rPr b="1" lang="en-US" sz="2400">
                <a:latin typeface="Times New Roman"/>
                <a:ea typeface="Times New Roman"/>
                <a:cs typeface="Times New Roman"/>
                <a:sym typeface="Times New Roman"/>
              </a:rPr>
              <a:t>Benefits:</a:t>
            </a:r>
            <a:endParaRPr/>
          </a:p>
          <a:p>
            <a:pPr indent="-182880" lvl="0" marL="182880" rtl="0" algn="l">
              <a:lnSpc>
                <a:spcPct val="90000"/>
              </a:lnSpc>
              <a:spcBef>
                <a:spcPts val="1200"/>
              </a:spcBef>
              <a:spcAft>
                <a:spcPts val="0"/>
              </a:spcAft>
              <a:buSzPct val="100000"/>
              <a:buChar char="●"/>
            </a:pPr>
            <a:r>
              <a:rPr lang="en-US" sz="2400">
                <a:latin typeface="Times New Roman"/>
                <a:ea typeface="Times New Roman"/>
                <a:cs typeface="Times New Roman"/>
                <a:sym typeface="Times New Roman"/>
              </a:rPr>
              <a:t>Time-saving for HR departments.</a:t>
            </a:r>
            <a:endParaRPr/>
          </a:p>
          <a:p>
            <a:pPr indent="-182880" lvl="0" marL="182880" rtl="0" algn="l">
              <a:lnSpc>
                <a:spcPct val="90000"/>
              </a:lnSpc>
              <a:spcBef>
                <a:spcPts val="1200"/>
              </a:spcBef>
              <a:spcAft>
                <a:spcPts val="0"/>
              </a:spcAft>
              <a:buSzPct val="100000"/>
              <a:buChar char="●"/>
            </a:pPr>
            <a:r>
              <a:rPr lang="en-US" sz="2400">
                <a:latin typeface="Times New Roman"/>
                <a:ea typeface="Times New Roman"/>
                <a:cs typeface="Times New Roman"/>
                <a:sym typeface="Times New Roman"/>
              </a:rPr>
              <a:t>Easy application tracking for candidates.</a:t>
            </a:r>
            <a:endParaRPr/>
          </a:p>
          <a:p>
            <a:pPr indent="-182880" lvl="0" marL="182880" rtl="0" algn="l">
              <a:lnSpc>
                <a:spcPct val="90000"/>
              </a:lnSpc>
              <a:spcBef>
                <a:spcPts val="1200"/>
              </a:spcBef>
              <a:spcAft>
                <a:spcPts val="0"/>
              </a:spcAft>
              <a:buSzPct val="100000"/>
              <a:buChar char="●"/>
            </a:pPr>
            <a:r>
              <a:rPr lang="en-US" sz="2400">
                <a:latin typeface="Times New Roman"/>
                <a:ea typeface="Times New Roman"/>
                <a:cs typeface="Times New Roman"/>
                <a:sym typeface="Times New Roman"/>
              </a:rPr>
              <a:t>Improved hiring quality through better matches.</a:t>
            </a:r>
            <a:endParaRPr/>
          </a:p>
          <a:p>
            <a:pPr indent="-65404" lvl="0" marL="182880" rtl="0" algn="l">
              <a:lnSpc>
                <a:spcPct val="90000"/>
              </a:lnSpc>
              <a:spcBef>
                <a:spcPts val="1200"/>
              </a:spcBef>
              <a:spcAft>
                <a:spcPts val="0"/>
              </a:spcAft>
              <a:buSzPct val="1000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7"/>
          <p:cNvSpPr txBox="1"/>
          <p:nvPr>
            <p:ph type="title"/>
          </p:nvPr>
        </p:nvSpPr>
        <p:spPr>
          <a:xfrm>
            <a:off x="815627" y="1305592"/>
            <a:ext cx="2617604" cy="424681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2800"/>
              <a:buFont typeface="Times New Roman"/>
              <a:buNone/>
            </a:pPr>
            <a:r>
              <a:rPr lang="en-US" sz="2800">
                <a:latin typeface="Times New Roman"/>
                <a:ea typeface="Times New Roman"/>
                <a:cs typeface="Times New Roman"/>
                <a:sym typeface="Times New Roman"/>
              </a:rPr>
              <a:t>Diagrams</a:t>
            </a:r>
            <a:endParaRPr sz="2800">
              <a:latin typeface="Times New Roman"/>
              <a:ea typeface="Times New Roman"/>
              <a:cs typeface="Times New Roman"/>
              <a:sym typeface="Times New Roman"/>
            </a:endParaRPr>
          </a:p>
        </p:txBody>
      </p:sp>
      <p:sp>
        <p:nvSpPr>
          <p:cNvPr id="125" name="Google Shape;125;p7"/>
          <p:cNvSpPr txBox="1"/>
          <p:nvPr>
            <p:ph idx="1" type="body"/>
          </p:nvPr>
        </p:nvSpPr>
        <p:spPr>
          <a:xfrm>
            <a:off x="3761772" y="740780"/>
            <a:ext cx="3580860" cy="564812"/>
          </a:xfrm>
          <a:prstGeom prst="rect">
            <a:avLst/>
          </a:prstGeom>
          <a:noFill/>
          <a:ln>
            <a:noFill/>
          </a:ln>
        </p:spPr>
        <p:txBody>
          <a:bodyPr anchorCtr="0" anchor="ctr" bIns="45700" lIns="91425" spcFirstLastPara="1" rIns="91425" wrap="square" tIns="45700">
            <a:normAutofit/>
          </a:bodyPr>
          <a:lstStyle/>
          <a:p>
            <a:pPr indent="-182880" lvl="0" marL="182880" rtl="0" algn="l">
              <a:lnSpc>
                <a:spcPct val="90000"/>
              </a:lnSpc>
              <a:spcBef>
                <a:spcPts val="0"/>
              </a:spcBef>
              <a:spcAft>
                <a:spcPts val="0"/>
              </a:spcAft>
              <a:buSzPts val="2000"/>
              <a:buChar char="●"/>
            </a:pPr>
            <a:r>
              <a:rPr lang="en-US"/>
              <a:t>Use Case: </a:t>
            </a:r>
            <a:endParaRPr/>
          </a:p>
        </p:txBody>
      </p:sp>
      <p:pic>
        <p:nvPicPr>
          <p:cNvPr id="126" name="Google Shape;126;p7"/>
          <p:cNvPicPr preferRelativeResize="0"/>
          <p:nvPr>
            <p:ph idx="2" type="body"/>
          </p:nvPr>
        </p:nvPicPr>
        <p:blipFill rotWithShape="1">
          <a:blip r:embed="rId3">
            <a:alphaModFix/>
          </a:blip>
          <a:srcRect b="0" l="0" r="0" t="0"/>
          <a:stretch/>
        </p:blipFill>
        <p:spPr>
          <a:xfrm>
            <a:off x="5433647" y="740780"/>
            <a:ext cx="4325815" cy="5376440"/>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8"/>
          <p:cNvSpPr txBox="1"/>
          <p:nvPr>
            <p:ph type="title"/>
          </p:nvPr>
        </p:nvSpPr>
        <p:spPr>
          <a:xfrm>
            <a:off x="252919" y="1123837"/>
            <a:ext cx="2947482" cy="460118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200"/>
              <a:buFont typeface="Times New Roman"/>
              <a:buNone/>
            </a:pPr>
            <a:r>
              <a:rPr lang="en-US" sz="3200">
                <a:latin typeface="Times New Roman"/>
                <a:ea typeface="Times New Roman"/>
                <a:cs typeface="Times New Roman"/>
                <a:sym typeface="Times New Roman"/>
              </a:rPr>
              <a:t>Implementation:welcome screens</a:t>
            </a:r>
            <a:endParaRPr sz="3200">
              <a:latin typeface="Times New Roman"/>
              <a:ea typeface="Times New Roman"/>
              <a:cs typeface="Times New Roman"/>
              <a:sym typeface="Times New Roman"/>
            </a:endParaRPr>
          </a:p>
        </p:txBody>
      </p:sp>
      <p:pic>
        <p:nvPicPr>
          <p:cNvPr id="132" name="Google Shape;132;p8"/>
          <p:cNvPicPr preferRelativeResize="0"/>
          <p:nvPr/>
        </p:nvPicPr>
        <p:blipFill rotWithShape="1">
          <a:blip r:embed="rId3">
            <a:alphaModFix/>
          </a:blip>
          <a:srcRect b="0" l="0" r="0" t="0"/>
          <a:stretch/>
        </p:blipFill>
        <p:spPr>
          <a:xfrm>
            <a:off x="3627120" y="782318"/>
            <a:ext cx="2346960" cy="4942701"/>
          </a:xfrm>
          <a:prstGeom prst="rect">
            <a:avLst/>
          </a:prstGeom>
          <a:noFill/>
          <a:ln>
            <a:noFill/>
          </a:ln>
        </p:spPr>
      </p:pic>
      <p:pic>
        <p:nvPicPr>
          <p:cNvPr id="133" name="Google Shape;133;p8"/>
          <p:cNvPicPr preferRelativeResize="0"/>
          <p:nvPr/>
        </p:nvPicPr>
        <p:blipFill rotWithShape="1">
          <a:blip r:embed="rId4">
            <a:alphaModFix/>
          </a:blip>
          <a:srcRect b="0" l="0" r="0" t="0"/>
          <a:stretch/>
        </p:blipFill>
        <p:spPr>
          <a:xfrm>
            <a:off x="6142351" y="782318"/>
            <a:ext cx="2346960" cy="4942701"/>
          </a:xfrm>
          <a:prstGeom prst="rect">
            <a:avLst/>
          </a:prstGeom>
          <a:noFill/>
          <a:ln>
            <a:noFill/>
          </a:ln>
        </p:spPr>
      </p:pic>
      <p:pic>
        <p:nvPicPr>
          <p:cNvPr id="134" name="Google Shape;134;p8"/>
          <p:cNvPicPr preferRelativeResize="0"/>
          <p:nvPr/>
        </p:nvPicPr>
        <p:blipFill rotWithShape="1">
          <a:blip r:embed="rId5">
            <a:alphaModFix/>
          </a:blip>
          <a:srcRect b="0" l="0" r="0" t="0"/>
          <a:stretch/>
        </p:blipFill>
        <p:spPr>
          <a:xfrm>
            <a:off x="8651238" y="782317"/>
            <a:ext cx="2169161" cy="4942697"/>
          </a:xfrm>
          <a:prstGeom prst="rect">
            <a:avLst/>
          </a:prstGeom>
          <a:noFill/>
          <a:ln>
            <a:noFill/>
          </a:ln>
        </p:spPr>
      </p:pic>
      <p:sp>
        <p:nvSpPr>
          <p:cNvPr id="135" name="Google Shape;135;p8"/>
          <p:cNvSpPr/>
          <p:nvPr/>
        </p:nvSpPr>
        <p:spPr>
          <a:xfrm>
            <a:off x="3627120" y="-1"/>
            <a:ext cx="12192000"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36" name="Google Shape;136;p8"/>
          <p:cNvSpPr/>
          <p:nvPr/>
        </p:nvSpPr>
        <p:spPr>
          <a:xfrm>
            <a:off x="3627120" y="3733799"/>
            <a:ext cx="12192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        </a:t>
            </a:r>
            <a:endParaRPr b="0" i="0" sz="1800" u="none" cap="none" strike="noStrike">
              <a:solidFill>
                <a:schemeClr val="dk1"/>
              </a:solidFill>
              <a:latin typeface="Arial"/>
              <a:ea typeface="Arial"/>
              <a:cs typeface="Arial"/>
              <a:sym typeface="Arial"/>
            </a:endParaRPr>
          </a:p>
        </p:txBody>
      </p:sp>
      <p:sp>
        <p:nvSpPr>
          <p:cNvPr id="137" name="Google Shape;137;p8"/>
          <p:cNvSpPr/>
          <p:nvPr/>
        </p:nvSpPr>
        <p:spPr>
          <a:xfrm>
            <a:off x="3627120" y="7002462"/>
            <a:ext cx="12192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9"/>
          <p:cNvSpPr txBox="1"/>
          <p:nvPr>
            <p:ph type="title"/>
          </p:nvPr>
        </p:nvSpPr>
        <p:spPr>
          <a:xfrm>
            <a:off x="252919" y="1123837"/>
            <a:ext cx="2947482" cy="460118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200"/>
              <a:buFont typeface="Times New Roman"/>
              <a:buNone/>
            </a:pPr>
            <a:r>
              <a:rPr lang="en-US" sz="3200">
                <a:latin typeface="Times New Roman"/>
                <a:ea typeface="Times New Roman"/>
                <a:cs typeface="Times New Roman"/>
                <a:sym typeface="Times New Roman"/>
              </a:rPr>
              <a:t>Implementation:Authentication</a:t>
            </a:r>
            <a:endParaRPr sz="3200">
              <a:latin typeface="Times New Roman"/>
              <a:ea typeface="Times New Roman"/>
              <a:cs typeface="Times New Roman"/>
              <a:sym typeface="Times New Roman"/>
            </a:endParaRPr>
          </a:p>
        </p:txBody>
      </p:sp>
      <p:pic>
        <p:nvPicPr>
          <p:cNvPr id="143" name="Google Shape;143;p9"/>
          <p:cNvPicPr preferRelativeResize="0"/>
          <p:nvPr/>
        </p:nvPicPr>
        <p:blipFill rotWithShape="1">
          <a:blip r:embed="rId3">
            <a:alphaModFix/>
          </a:blip>
          <a:srcRect b="0" l="0" r="0" t="0"/>
          <a:stretch/>
        </p:blipFill>
        <p:spPr>
          <a:xfrm>
            <a:off x="3635163" y="917106"/>
            <a:ext cx="2330873" cy="4807913"/>
          </a:xfrm>
          <a:prstGeom prst="rect">
            <a:avLst/>
          </a:prstGeom>
          <a:noFill/>
          <a:ln>
            <a:noFill/>
          </a:ln>
        </p:spPr>
      </p:pic>
      <p:pic>
        <p:nvPicPr>
          <p:cNvPr id="144" name="Google Shape;144;p9"/>
          <p:cNvPicPr preferRelativeResize="0"/>
          <p:nvPr/>
        </p:nvPicPr>
        <p:blipFill rotWithShape="1">
          <a:blip r:embed="rId4">
            <a:alphaModFix/>
          </a:blip>
          <a:srcRect b="0" l="0" r="0" t="0"/>
          <a:stretch/>
        </p:blipFill>
        <p:spPr>
          <a:xfrm>
            <a:off x="6142351" y="917106"/>
            <a:ext cx="2346960" cy="4802421"/>
          </a:xfrm>
          <a:prstGeom prst="rect">
            <a:avLst/>
          </a:prstGeom>
          <a:noFill/>
          <a:ln>
            <a:noFill/>
          </a:ln>
        </p:spPr>
      </p:pic>
      <p:pic>
        <p:nvPicPr>
          <p:cNvPr id="145" name="Google Shape;145;p9"/>
          <p:cNvPicPr preferRelativeResize="0"/>
          <p:nvPr/>
        </p:nvPicPr>
        <p:blipFill rotWithShape="1">
          <a:blip r:embed="rId5">
            <a:alphaModFix/>
          </a:blip>
          <a:srcRect b="0" l="0" r="0" t="0"/>
          <a:stretch/>
        </p:blipFill>
        <p:spPr>
          <a:xfrm>
            <a:off x="8651238" y="852455"/>
            <a:ext cx="2169161" cy="4802421"/>
          </a:xfrm>
          <a:prstGeom prst="rect">
            <a:avLst/>
          </a:prstGeom>
          <a:noFill/>
          <a:ln>
            <a:noFill/>
          </a:ln>
        </p:spPr>
      </p:pic>
      <p:sp>
        <p:nvSpPr>
          <p:cNvPr id="146" name="Google Shape;146;p9"/>
          <p:cNvSpPr/>
          <p:nvPr/>
        </p:nvSpPr>
        <p:spPr>
          <a:xfrm>
            <a:off x="3627120" y="-1"/>
            <a:ext cx="12192000"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47" name="Google Shape;147;p9"/>
          <p:cNvSpPr/>
          <p:nvPr/>
        </p:nvSpPr>
        <p:spPr>
          <a:xfrm>
            <a:off x="3627120" y="3733799"/>
            <a:ext cx="12192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        </a:t>
            </a:r>
            <a:endParaRPr b="0" i="0" sz="1800" u="none" cap="none" strike="noStrike">
              <a:solidFill>
                <a:schemeClr val="dk1"/>
              </a:solidFill>
              <a:latin typeface="Arial"/>
              <a:ea typeface="Arial"/>
              <a:cs typeface="Arial"/>
              <a:sym typeface="Arial"/>
            </a:endParaRPr>
          </a:p>
        </p:txBody>
      </p:sp>
      <p:sp>
        <p:nvSpPr>
          <p:cNvPr id="148" name="Google Shape;148;p9"/>
          <p:cNvSpPr/>
          <p:nvPr/>
        </p:nvSpPr>
        <p:spPr>
          <a:xfrm>
            <a:off x="3627120" y="7002462"/>
            <a:ext cx="12192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0"/>
          <p:cNvSpPr txBox="1"/>
          <p:nvPr>
            <p:ph type="title"/>
          </p:nvPr>
        </p:nvSpPr>
        <p:spPr>
          <a:xfrm>
            <a:off x="252919" y="1123837"/>
            <a:ext cx="2947482" cy="460118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200"/>
              <a:buFont typeface="Times New Roman"/>
              <a:buNone/>
            </a:pPr>
            <a:r>
              <a:rPr lang="en-US" sz="3200">
                <a:latin typeface="Times New Roman"/>
                <a:ea typeface="Times New Roman"/>
                <a:cs typeface="Times New Roman"/>
                <a:sym typeface="Times New Roman"/>
              </a:rPr>
              <a:t>Implementation:Candidate side</a:t>
            </a:r>
            <a:endParaRPr sz="3200">
              <a:latin typeface="Times New Roman"/>
              <a:ea typeface="Times New Roman"/>
              <a:cs typeface="Times New Roman"/>
              <a:sym typeface="Times New Roman"/>
            </a:endParaRPr>
          </a:p>
        </p:txBody>
      </p:sp>
      <p:pic>
        <p:nvPicPr>
          <p:cNvPr id="154" name="Google Shape;154;p10"/>
          <p:cNvPicPr preferRelativeResize="0"/>
          <p:nvPr/>
        </p:nvPicPr>
        <p:blipFill rotWithShape="1">
          <a:blip r:embed="rId3">
            <a:alphaModFix/>
          </a:blip>
          <a:srcRect b="0" l="0" r="0" t="0"/>
          <a:stretch/>
        </p:blipFill>
        <p:spPr>
          <a:xfrm>
            <a:off x="3635163" y="988147"/>
            <a:ext cx="2330873" cy="4531042"/>
          </a:xfrm>
          <a:prstGeom prst="rect">
            <a:avLst/>
          </a:prstGeom>
          <a:noFill/>
          <a:ln>
            <a:noFill/>
          </a:ln>
        </p:spPr>
      </p:pic>
      <p:pic>
        <p:nvPicPr>
          <p:cNvPr id="155" name="Google Shape;155;p10"/>
          <p:cNvPicPr preferRelativeResize="0"/>
          <p:nvPr/>
        </p:nvPicPr>
        <p:blipFill rotWithShape="1">
          <a:blip r:embed="rId4">
            <a:alphaModFix/>
          </a:blip>
          <a:srcRect b="0" l="0" r="0" t="0"/>
          <a:stretch/>
        </p:blipFill>
        <p:spPr>
          <a:xfrm>
            <a:off x="6142351" y="1040058"/>
            <a:ext cx="2346960" cy="4427220"/>
          </a:xfrm>
          <a:prstGeom prst="rect">
            <a:avLst/>
          </a:prstGeom>
          <a:noFill/>
          <a:ln>
            <a:noFill/>
          </a:ln>
        </p:spPr>
      </p:pic>
      <p:pic>
        <p:nvPicPr>
          <p:cNvPr id="156" name="Google Shape;156;p10"/>
          <p:cNvPicPr preferRelativeResize="0"/>
          <p:nvPr/>
        </p:nvPicPr>
        <p:blipFill rotWithShape="1">
          <a:blip r:embed="rId5">
            <a:alphaModFix/>
          </a:blip>
          <a:srcRect b="0" l="0" r="0" t="0"/>
          <a:stretch/>
        </p:blipFill>
        <p:spPr>
          <a:xfrm>
            <a:off x="8651238" y="1040058"/>
            <a:ext cx="2169161" cy="4427220"/>
          </a:xfrm>
          <a:prstGeom prst="rect">
            <a:avLst/>
          </a:prstGeom>
          <a:noFill/>
          <a:ln>
            <a:noFill/>
          </a:ln>
        </p:spPr>
      </p:pic>
      <p:sp>
        <p:nvSpPr>
          <p:cNvPr id="157" name="Google Shape;157;p10"/>
          <p:cNvSpPr/>
          <p:nvPr/>
        </p:nvSpPr>
        <p:spPr>
          <a:xfrm>
            <a:off x="3627120" y="-1"/>
            <a:ext cx="12192000"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58" name="Google Shape;158;p10"/>
          <p:cNvSpPr/>
          <p:nvPr/>
        </p:nvSpPr>
        <p:spPr>
          <a:xfrm>
            <a:off x="3627120" y="3733799"/>
            <a:ext cx="12192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        </a:t>
            </a:r>
            <a:endParaRPr b="0" i="0" sz="1800" u="none" cap="none" strike="noStrike">
              <a:solidFill>
                <a:schemeClr val="dk1"/>
              </a:solidFill>
              <a:latin typeface="Arial"/>
              <a:ea typeface="Arial"/>
              <a:cs typeface="Arial"/>
              <a:sym typeface="Arial"/>
            </a:endParaRPr>
          </a:p>
        </p:txBody>
      </p:sp>
      <p:sp>
        <p:nvSpPr>
          <p:cNvPr id="159" name="Google Shape;159;p10"/>
          <p:cNvSpPr/>
          <p:nvPr/>
        </p:nvSpPr>
        <p:spPr>
          <a:xfrm>
            <a:off x="3627120" y="7002462"/>
            <a:ext cx="12192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1"/>
          <p:cNvSpPr txBox="1"/>
          <p:nvPr>
            <p:ph type="title"/>
          </p:nvPr>
        </p:nvSpPr>
        <p:spPr>
          <a:xfrm>
            <a:off x="252919" y="1123837"/>
            <a:ext cx="2947482" cy="460118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200"/>
              <a:buFont typeface="Times New Roman"/>
              <a:buNone/>
            </a:pPr>
            <a:r>
              <a:rPr lang="en-US" sz="3200">
                <a:latin typeface="Times New Roman"/>
                <a:ea typeface="Times New Roman"/>
                <a:cs typeface="Times New Roman"/>
                <a:sym typeface="Times New Roman"/>
              </a:rPr>
              <a:t>Implementation:Candidate side</a:t>
            </a:r>
            <a:endParaRPr sz="3200">
              <a:latin typeface="Times New Roman"/>
              <a:ea typeface="Times New Roman"/>
              <a:cs typeface="Times New Roman"/>
              <a:sym typeface="Times New Roman"/>
            </a:endParaRPr>
          </a:p>
        </p:txBody>
      </p:sp>
      <p:pic>
        <p:nvPicPr>
          <p:cNvPr id="165" name="Google Shape;165;p11"/>
          <p:cNvPicPr preferRelativeResize="0"/>
          <p:nvPr/>
        </p:nvPicPr>
        <p:blipFill rotWithShape="1">
          <a:blip r:embed="rId3">
            <a:alphaModFix/>
          </a:blip>
          <a:srcRect b="0" l="0" r="0" t="0"/>
          <a:stretch/>
        </p:blipFill>
        <p:spPr>
          <a:xfrm>
            <a:off x="3683147" y="988147"/>
            <a:ext cx="2234905" cy="4531042"/>
          </a:xfrm>
          <a:prstGeom prst="rect">
            <a:avLst/>
          </a:prstGeom>
          <a:noFill/>
          <a:ln>
            <a:noFill/>
          </a:ln>
        </p:spPr>
      </p:pic>
      <p:pic>
        <p:nvPicPr>
          <p:cNvPr id="166" name="Google Shape;166;p11"/>
          <p:cNvPicPr preferRelativeResize="0"/>
          <p:nvPr/>
        </p:nvPicPr>
        <p:blipFill rotWithShape="1">
          <a:blip r:embed="rId4">
            <a:alphaModFix/>
          </a:blip>
          <a:srcRect b="0" l="0" r="0" t="0"/>
          <a:stretch/>
        </p:blipFill>
        <p:spPr>
          <a:xfrm>
            <a:off x="6215031" y="1040058"/>
            <a:ext cx="2201600" cy="4427220"/>
          </a:xfrm>
          <a:prstGeom prst="rect">
            <a:avLst/>
          </a:prstGeom>
          <a:noFill/>
          <a:ln>
            <a:noFill/>
          </a:ln>
        </p:spPr>
      </p:pic>
      <p:pic>
        <p:nvPicPr>
          <p:cNvPr id="167" name="Google Shape;167;p11"/>
          <p:cNvPicPr preferRelativeResize="0"/>
          <p:nvPr/>
        </p:nvPicPr>
        <p:blipFill rotWithShape="1">
          <a:blip r:embed="rId5">
            <a:alphaModFix/>
          </a:blip>
          <a:srcRect b="0" l="0" r="0" t="0"/>
          <a:stretch/>
        </p:blipFill>
        <p:spPr>
          <a:xfrm>
            <a:off x="8736897" y="1040058"/>
            <a:ext cx="1997842" cy="4427220"/>
          </a:xfrm>
          <a:prstGeom prst="rect">
            <a:avLst/>
          </a:prstGeom>
          <a:noFill/>
          <a:ln>
            <a:noFill/>
          </a:ln>
        </p:spPr>
      </p:pic>
      <p:sp>
        <p:nvSpPr>
          <p:cNvPr id="168" name="Google Shape;168;p11"/>
          <p:cNvSpPr/>
          <p:nvPr/>
        </p:nvSpPr>
        <p:spPr>
          <a:xfrm>
            <a:off x="3627120" y="-1"/>
            <a:ext cx="12192000"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69" name="Google Shape;169;p11"/>
          <p:cNvSpPr/>
          <p:nvPr/>
        </p:nvSpPr>
        <p:spPr>
          <a:xfrm>
            <a:off x="3627120" y="3733799"/>
            <a:ext cx="12192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        </a:t>
            </a:r>
            <a:endParaRPr b="0" i="0" sz="1800" u="none" cap="none" strike="noStrike">
              <a:solidFill>
                <a:schemeClr val="dk1"/>
              </a:solidFill>
              <a:latin typeface="Arial"/>
              <a:ea typeface="Arial"/>
              <a:cs typeface="Arial"/>
              <a:sym typeface="Arial"/>
            </a:endParaRPr>
          </a:p>
        </p:txBody>
      </p:sp>
      <p:sp>
        <p:nvSpPr>
          <p:cNvPr id="170" name="Google Shape;170;p11"/>
          <p:cNvSpPr/>
          <p:nvPr/>
        </p:nvSpPr>
        <p:spPr>
          <a:xfrm>
            <a:off x="3627120" y="7002462"/>
            <a:ext cx="12192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2"/>
          <p:cNvSpPr txBox="1"/>
          <p:nvPr>
            <p:ph type="title"/>
          </p:nvPr>
        </p:nvSpPr>
        <p:spPr>
          <a:xfrm>
            <a:off x="252919" y="1123837"/>
            <a:ext cx="2947482" cy="460118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200"/>
              <a:buFont typeface="Times New Roman"/>
              <a:buNone/>
            </a:pPr>
            <a:r>
              <a:rPr lang="en-US" sz="3200">
                <a:latin typeface="Times New Roman"/>
                <a:ea typeface="Times New Roman"/>
                <a:cs typeface="Times New Roman"/>
                <a:sym typeface="Times New Roman"/>
              </a:rPr>
              <a:t>Implementation:Company side</a:t>
            </a:r>
            <a:endParaRPr sz="3200">
              <a:latin typeface="Times New Roman"/>
              <a:ea typeface="Times New Roman"/>
              <a:cs typeface="Times New Roman"/>
              <a:sym typeface="Times New Roman"/>
            </a:endParaRPr>
          </a:p>
        </p:txBody>
      </p:sp>
      <p:pic>
        <p:nvPicPr>
          <p:cNvPr id="176" name="Google Shape;176;p12"/>
          <p:cNvPicPr preferRelativeResize="0"/>
          <p:nvPr/>
        </p:nvPicPr>
        <p:blipFill rotWithShape="1">
          <a:blip r:embed="rId3">
            <a:alphaModFix/>
          </a:blip>
          <a:srcRect b="0" l="0" r="0" t="0"/>
          <a:stretch/>
        </p:blipFill>
        <p:spPr>
          <a:xfrm>
            <a:off x="3778445" y="988147"/>
            <a:ext cx="2044308" cy="4531042"/>
          </a:xfrm>
          <a:prstGeom prst="rect">
            <a:avLst/>
          </a:prstGeom>
          <a:noFill/>
          <a:ln>
            <a:noFill/>
          </a:ln>
        </p:spPr>
      </p:pic>
      <p:pic>
        <p:nvPicPr>
          <p:cNvPr id="177" name="Google Shape;177;p12"/>
          <p:cNvPicPr preferRelativeResize="0"/>
          <p:nvPr/>
        </p:nvPicPr>
        <p:blipFill rotWithShape="1">
          <a:blip r:embed="rId4">
            <a:alphaModFix/>
          </a:blip>
          <a:srcRect b="0" l="0" r="0" t="0"/>
          <a:stretch/>
        </p:blipFill>
        <p:spPr>
          <a:xfrm>
            <a:off x="6315056" y="1040058"/>
            <a:ext cx="2001549" cy="4427220"/>
          </a:xfrm>
          <a:prstGeom prst="rect">
            <a:avLst/>
          </a:prstGeom>
          <a:noFill/>
          <a:ln>
            <a:noFill/>
          </a:ln>
        </p:spPr>
      </p:pic>
      <p:pic>
        <p:nvPicPr>
          <p:cNvPr id="178" name="Google Shape;178;p12"/>
          <p:cNvPicPr preferRelativeResize="0"/>
          <p:nvPr/>
        </p:nvPicPr>
        <p:blipFill rotWithShape="1">
          <a:blip r:embed="rId5">
            <a:alphaModFix/>
          </a:blip>
          <a:srcRect b="0" l="0" r="0" t="0"/>
          <a:stretch/>
        </p:blipFill>
        <p:spPr>
          <a:xfrm>
            <a:off x="8737085" y="1040058"/>
            <a:ext cx="1997466" cy="4427220"/>
          </a:xfrm>
          <a:prstGeom prst="rect">
            <a:avLst/>
          </a:prstGeom>
          <a:noFill/>
          <a:ln>
            <a:noFill/>
          </a:ln>
        </p:spPr>
      </p:pic>
      <p:sp>
        <p:nvSpPr>
          <p:cNvPr id="179" name="Google Shape;179;p12"/>
          <p:cNvSpPr/>
          <p:nvPr/>
        </p:nvSpPr>
        <p:spPr>
          <a:xfrm>
            <a:off x="3627120" y="-1"/>
            <a:ext cx="12192000"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80" name="Google Shape;180;p12"/>
          <p:cNvSpPr/>
          <p:nvPr/>
        </p:nvSpPr>
        <p:spPr>
          <a:xfrm>
            <a:off x="3627120" y="3733799"/>
            <a:ext cx="12192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        </a:t>
            </a:r>
            <a:endParaRPr b="0" i="0" sz="1800" u="none" cap="none" strike="noStrike">
              <a:solidFill>
                <a:schemeClr val="dk1"/>
              </a:solidFill>
              <a:latin typeface="Arial"/>
              <a:ea typeface="Arial"/>
              <a:cs typeface="Arial"/>
              <a:sym typeface="Arial"/>
            </a:endParaRPr>
          </a:p>
        </p:txBody>
      </p:sp>
      <p:sp>
        <p:nvSpPr>
          <p:cNvPr id="181" name="Google Shape;181;p12"/>
          <p:cNvSpPr/>
          <p:nvPr/>
        </p:nvSpPr>
        <p:spPr>
          <a:xfrm>
            <a:off x="3627120" y="7002462"/>
            <a:ext cx="12192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3"/>
          <p:cNvSpPr txBox="1"/>
          <p:nvPr>
            <p:ph type="title"/>
          </p:nvPr>
        </p:nvSpPr>
        <p:spPr>
          <a:xfrm>
            <a:off x="252919" y="1123837"/>
            <a:ext cx="2947482" cy="460118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200"/>
              <a:buFont typeface="Times New Roman"/>
              <a:buNone/>
            </a:pPr>
            <a:r>
              <a:rPr lang="en-US" sz="3200">
                <a:latin typeface="Times New Roman"/>
                <a:ea typeface="Times New Roman"/>
                <a:cs typeface="Times New Roman"/>
                <a:sym typeface="Times New Roman"/>
              </a:rPr>
              <a:t>Implementation:Company side</a:t>
            </a:r>
            <a:endParaRPr sz="3200">
              <a:latin typeface="Times New Roman"/>
              <a:ea typeface="Times New Roman"/>
              <a:cs typeface="Times New Roman"/>
              <a:sym typeface="Times New Roman"/>
            </a:endParaRPr>
          </a:p>
        </p:txBody>
      </p:sp>
      <p:pic>
        <p:nvPicPr>
          <p:cNvPr id="187" name="Google Shape;187;p13"/>
          <p:cNvPicPr preferRelativeResize="0"/>
          <p:nvPr/>
        </p:nvPicPr>
        <p:blipFill rotWithShape="1">
          <a:blip r:embed="rId3">
            <a:alphaModFix/>
          </a:blip>
          <a:srcRect b="0" l="0" r="0" t="0"/>
          <a:stretch/>
        </p:blipFill>
        <p:spPr>
          <a:xfrm>
            <a:off x="3778445" y="1213277"/>
            <a:ext cx="2044308" cy="4080782"/>
          </a:xfrm>
          <a:prstGeom prst="rect">
            <a:avLst/>
          </a:prstGeom>
          <a:noFill/>
          <a:ln>
            <a:noFill/>
          </a:ln>
        </p:spPr>
      </p:pic>
      <p:pic>
        <p:nvPicPr>
          <p:cNvPr id="188" name="Google Shape;188;p13"/>
          <p:cNvPicPr preferRelativeResize="0"/>
          <p:nvPr/>
        </p:nvPicPr>
        <p:blipFill rotWithShape="1">
          <a:blip r:embed="rId4">
            <a:alphaModFix/>
          </a:blip>
          <a:srcRect b="0" l="0" r="0" t="0"/>
          <a:stretch/>
        </p:blipFill>
        <p:spPr>
          <a:xfrm>
            <a:off x="6315056" y="1213277"/>
            <a:ext cx="2001549" cy="4080779"/>
          </a:xfrm>
          <a:prstGeom prst="rect">
            <a:avLst/>
          </a:prstGeom>
          <a:noFill/>
          <a:ln>
            <a:noFill/>
          </a:ln>
        </p:spPr>
      </p:pic>
      <p:pic>
        <p:nvPicPr>
          <p:cNvPr id="189" name="Google Shape;189;p13"/>
          <p:cNvPicPr preferRelativeResize="0"/>
          <p:nvPr/>
        </p:nvPicPr>
        <p:blipFill rotWithShape="1">
          <a:blip r:embed="rId5">
            <a:alphaModFix/>
          </a:blip>
          <a:srcRect b="0" l="0" r="0" t="0"/>
          <a:stretch/>
        </p:blipFill>
        <p:spPr>
          <a:xfrm>
            <a:off x="8737085" y="1213277"/>
            <a:ext cx="1997466" cy="4080777"/>
          </a:xfrm>
          <a:prstGeom prst="rect">
            <a:avLst/>
          </a:prstGeom>
          <a:noFill/>
          <a:ln>
            <a:noFill/>
          </a:ln>
        </p:spPr>
      </p:pic>
      <p:sp>
        <p:nvSpPr>
          <p:cNvPr id="190" name="Google Shape;190;p13"/>
          <p:cNvSpPr/>
          <p:nvPr/>
        </p:nvSpPr>
        <p:spPr>
          <a:xfrm>
            <a:off x="3627120" y="-1"/>
            <a:ext cx="12192000"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91" name="Google Shape;191;p13"/>
          <p:cNvSpPr/>
          <p:nvPr/>
        </p:nvSpPr>
        <p:spPr>
          <a:xfrm>
            <a:off x="3627120" y="3733799"/>
            <a:ext cx="12192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        </a:t>
            </a:r>
            <a:endParaRPr b="0" i="0" sz="1800" u="none" cap="none" strike="noStrike">
              <a:solidFill>
                <a:schemeClr val="dk1"/>
              </a:solidFill>
              <a:latin typeface="Arial"/>
              <a:ea typeface="Arial"/>
              <a:cs typeface="Arial"/>
              <a:sym typeface="Arial"/>
            </a:endParaRPr>
          </a:p>
        </p:txBody>
      </p:sp>
      <p:sp>
        <p:nvSpPr>
          <p:cNvPr id="192" name="Google Shape;192;p13"/>
          <p:cNvSpPr/>
          <p:nvPr/>
        </p:nvSpPr>
        <p:spPr>
          <a:xfrm>
            <a:off x="3627120" y="7002462"/>
            <a:ext cx="12192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4"/>
          <p:cNvSpPr txBox="1"/>
          <p:nvPr>
            <p:ph type="title"/>
          </p:nvPr>
        </p:nvSpPr>
        <p:spPr>
          <a:xfrm>
            <a:off x="252919" y="1123837"/>
            <a:ext cx="2947482" cy="460118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200"/>
              <a:buFont typeface="Times New Roman"/>
              <a:buNone/>
            </a:pPr>
            <a:r>
              <a:rPr lang="en-US" sz="3200">
                <a:latin typeface="Times New Roman"/>
                <a:ea typeface="Times New Roman"/>
                <a:cs typeface="Times New Roman"/>
                <a:sym typeface="Times New Roman"/>
              </a:rPr>
              <a:t>Implementation:Company side</a:t>
            </a:r>
            <a:endParaRPr sz="3200">
              <a:latin typeface="Times New Roman"/>
              <a:ea typeface="Times New Roman"/>
              <a:cs typeface="Times New Roman"/>
              <a:sym typeface="Times New Roman"/>
            </a:endParaRPr>
          </a:p>
        </p:txBody>
      </p:sp>
      <p:pic>
        <p:nvPicPr>
          <p:cNvPr id="198" name="Google Shape;198;p14"/>
          <p:cNvPicPr preferRelativeResize="0"/>
          <p:nvPr/>
        </p:nvPicPr>
        <p:blipFill rotWithShape="1">
          <a:blip r:embed="rId3">
            <a:alphaModFix/>
          </a:blip>
          <a:srcRect b="0" l="0" r="0" t="0"/>
          <a:stretch/>
        </p:blipFill>
        <p:spPr>
          <a:xfrm>
            <a:off x="3808076" y="1213277"/>
            <a:ext cx="1985045" cy="4080782"/>
          </a:xfrm>
          <a:prstGeom prst="rect">
            <a:avLst/>
          </a:prstGeom>
          <a:noFill/>
          <a:ln>
            <a:noFill/>
          </a:ln>
        </p:spPr>
      </p:pic>
      <p:pic>
        <p:nvPicPr>
          <p:cNvPr id="199" name="Google Shape;199;p14"/>
          <p:cNvPicPr preferRelativeResize="0"/>
          <p:nvPr/>
        </p:nvPicPr>
        <p:blipFill rotWithShape="1">
          <a:blip r:embed="rId4">
            <a:alphaModFix/>
          </a:blip>
          <a:srcRect b="0" l="0" r="0" t="0"/>
          <a:stretch/>
        </p:blipFill>
        <p:spPr>
          <a:xfrm>
            <a:off x="6315056" y="1244866"/>
            <a:ext cx="2001549" cy="4017601"/>
          </a:xfrm>
          <a:prstGeom prst="rect">
            <a:avLst/>
          </a:prstGeom>
          <a:noFill/>
          <a:ln>
            <a:noFill/>
          </a:ln>
        </p:spPr>
      </p:pic>
      <p:pic>
        <p:nvPicPr>
          <p:cNvPr id="200" name="Google Shape;200;p14"/>
          <p:cNvPicPr preferRelativeResize="0"/>
          <p:nvPr/>
        </p:nvPicPr>
        <p:blipFill rotWithShape="1">
          <a:blip r:embed="rId5">
            <a:alphaModFix/>
          </a:blip>
          <a:srcRect b="0" l="0" r="0" t="0"/>
          <a:stretch/>
        </p:blipFill>
        <p:spPr>
          <a:xfrm>
            <a:off x="8737085" y="1241672"/>
            <a:ext cx="1997466" cy="4023987"/>
          </a:xfrm>
          <a:prstGeom prst="rect">
            <a:avLst/>
          </a:prstGeom>
          <a:noFill/>
          <a:ln>
            <a:noFill/>
          </a:ln>
        </p:spPr>
      </p:pic>
      <p:sp>
        <p:nvSpPr>
          <p:cNvPr id="201" name="Google Shape;201;p14"/>
          <p:cNvSpPr/>
          <p:nvPr/>
        </p:nvSpPr>
        <p:spPr>
          <a:xfrm>
            <a:off x="3627120" y="-1"/>
            <a:ext cx="12192000"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02" name="Google Shape;202;p14"/>
          <p:cNvSpPr/>
          <p:nvPr/>
        </p:nvSpPr>
        <p:spPr>
          <a:xfrm>
            <a:off x="3627120" y="3733799"/>
            <a:ext cx="12192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        </a:t>
            </a:r>
            <a:endParaRPr b="0" i="0" sz="1800" u="none" cap="none" strike="noStrike">
              <a:solidFill>
                <a:schemeClr val="dk1"/>
              </a:solidFill>
              <a:latin typeface="Arial"/>
              <a:ea typeface="Arial"/>
              <a:cs typeface="Arial"/>
              <a:sym typeface="Arial"/>
            </a:endParaRPr>
          </a:p>
        </p:txBody>
      </p:sp>
      <p:sp>
        <p:nvSpPr>
          <p:cNvPr id="203" name="Google Shape;203;p14"/>
          <p:cNvSpPr/>
          <p:nvPr/>
        </p:nvSpPr>
        <p:spPr>
          <a:xfrm>
            <a:off x="3627120" y="7002462"/>
            <a:ext cx="12192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5"/>
          <p:cNvSpPr txBox="1"/>
          <p:nvPr>
            <p:ph type="title"/>
          </p:nvPr>
        </p:nvSpPr>
        <p:spPr>
          <a:xfrm>
            <a:off x="252919" y="1123837"/>
            <a:ext cx="2947482" cy="460118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200"/>
              <a:buFont typeface="Times New Roman"/>
              <a:buNone/>
            </a:pPr>
            <a:r>
              <a:rPr lang="en-US" sz="3200">
                <a:latin typeface="Times New Roman"/>
                <a:ea typeface="Times New Roman"/>
                <a:cs typeface="Times New Roman"/>
                <a:sym typeface="Times New Roman"/>
              </a:rPr>
              <a:t>Implementation:Admin side</a:t>
            </a:r>
            <a:endParaRPr sz="3200">
              <a:latin typeface="Times New Roman"/>
              <a:ea typeface="Times New Roman"/>
              <a:cs typeface="Times New Roman"/>
              <a:sym typeface="Times New Roman"/>
            </a:endParaRPr>
          </a:p>
        </p:txBody>
      </p:sp>
      <p:pic>
        <p:nvPicPr>
          <p:cNvPr id="209" name="Google Shape;209;p15"/>
          <p:cNvPicPr preferRelativeResize="0"/>
          <p:nvPr/>
        </p:nvPicPr>
        <p:blipFill rotWithShape="1">
          <a:blip r:embed="rId3">
            <a:alphaModFix/>
          </a:blip>
          <a:srcRect b="0" l="0" r="0" t="0"/>
          <a:stretch/>
        </p:blipFill>
        <p:spPr>
          <a:xfrm>
            <a:off x="3854838" y="1213277"/>
            <a:ext cx="1891521" cy="4080782"/>
          </a:xfrm>
          <a:prstGeom prst="rect">
            <a:avLst/>
          </a:prstGeom>
          <a:noFill/>
          <a:ln>
            <a:noFill/>
          </a:ln>
        </p:spPr>
      </p:pic>
      <p:pic>
        <p:nvPicPr>
          <p:cNvPr id="210" name="Google Shape;210;p15"/>
          <p:cNvPicPr preferRelativeResize="0"/>
          <p:nvPr/>
        </p:nvPicPr>
        <p:blipFill rotWithShape="1">
          <a:blip r:embed="rId4">
            <a:alphaModFix/>
          </a:blip>
          <a:srcRect b="0" l="0" r="0" t="0"/>
          <a:stretch/>
        </p:blipFill>
        <p:spPr>
          <a:xfrm>
            <a:off x="6377693" y="1244866"/>
            <a:ext cx="1876275" cy="4017601"/>
          </a:xfrm>
          <a:prstGeom prst="rect">
            <a:avLst/>
          </a:prstGeom>
          <a:noFill/>
          <a:ln>
            <a:noFill/>
          </a:ln>
        </p:spPr>
      </p:pic>
      <p:pic>
        <p:nvPicPr>
          <p:cNvPr id="211" name="Google Shape;211;p15"/>
          <p:cNvPicPr preferRelativeResize="0"/>
          <p:nvPr/>
        </p:nvPicPr>
        <p:blipFill rotWithShape="1">
          <a:blip r:embed="rId5">
            <a:alphaModFix/>
          </a:blip>
          <a:srcRect b="0" l="0" r="0" t="0"/>
          <a:stretch/>
        </p:blipFill>
        <p:spPr>
          <a:xfrm>
            <a:off x="8737085" y="1266675"/>
            <a:ext cx="1997466" cy="3973980"/>
          </a:xfrm>
          <a:prstGeom prst="rect">
            <a:avLst/>
          </a:prstGeom>
          <a:noFill/>
          <a:ln>
            <a:noFill/>
          </a:ln>
        </p:spPr>
      </p:pic>
      <p:sp>
        <p:nvSpPr>
          <p:cNvPr id="212" name="Google Shape;212;p15"/>
          <p:cNvSpPr/>
          <p:nvPr/>
        </p:nvSpPr>
        <p:spPr>
          <a:xfrm>
            <a:off x="3627120" y="-1"/>
            <a:ext cx="12192000"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13" name="Google Shape;213;p15"/>
          <p:cNvSpPr/>
          <p:nvPr/>
        </p:nvSpPr>
        <p:spPr>
          <a:xfrm>
            <a:off x="3627120" y="3733799"/>
            <a:ext cx="12192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        </a:t>
            </a:r>
            <a:endParaRPr b="0" i="0" sz="1800" u="none" cap="none" strike="noStrike">
              <a:solidFill>
                <a:schemeClr val="dk1"/>
              </a:solidFill>
              <a:latin typeface="Arial"/>
              <a:ea typeface="Arial"/>
              <a:cs typeface="Arial"/>
              <a:sym typeface="Arial"/>
            </a:endParaRPr>
          </a:p>
        </p:txBody>
      </p:sp>
      <p:sp>
        <p:nvSpPr>
          <p:cNvPr id="214" name="Google Shape;214;p15"/>
          <p:cNvSpPr/>
          <p:nvPr/>
        </p:nvSpPr>
        <p:spPr>
          <a:xfrm>
            <a:off x="3627120" y="7002462"/>
            <a:ext cx="12192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6"/>
          <p:cNvSpPr txBox="1"/>
          <p:nvPr>
            <p:ph type="title"/>
          </p:nvPr>
        </p:nvSpPr>
        <p:spPr>
          <a:xfrm>
            <a:off x="252919" y="1123837"/>
            <a:ext cx="2947482" cy="460118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200"/>
              <a:buFont typeface="Times New Roman"/>
              <a:buNone/>
            </a:pPr>
            <a:r>
              <a:rPr lang="en-US" sz="3200">
                <a:latin typeface="Times New Roman"/>
                <a:ea typeface="Times New Roman"/>
                <a:cs typeface="Times New Roman"/>
                <a:sym typeface="Times New Roman"/>
              </a:rPr>
              <a:t>Implementation:Admin side</a:t>
            </a:r>
            <a:endParaRPr sz="3200">
              <a:latin typeface="Times New Roman"/>
              <a:ea typeface="Times New Roman"/>
              <a:cs typeface="Times New Roman"/>
              <a:sym typeface="Times New Roman"/>
            </a:endParaRPr>
          </a:p>
        </p:txBody>
      </p:sp>
      <p:pic>
        <p:nvPicPr>
          <p:cNvPr id="220" name="Google Shape;220;p16"/>
          <p:cNvPicPr preferRelativeResize="0"/>
          <p:nvPr/>
        </p:nvPicPr>
        <p:blipFill rotWithShape="1">
          <a:blip r:embed="rId3">
            <a:alphaModFix/>
          </a:blip>
          <a:srcRect b="0" l="0" r="0" t="0"/>
          <a:stretch/>
        </p:blipFill>
        <p:spPr>
          <a:xfrm>
            <a:off x="3854838" y="1325203"/>
            <a:ext cx="1891521" cy="3856930"/>
          </a:xfrm>
          <a:prstGeom prst="rect">
            <a:avLst/>
          </a:prstGeom>
          <a:noFill/>
          <a:ln>
            <a:noFill/>
          </a:ln>
        </p:spPr>
      </p:pic>
      <p:pic>
        <p:nvPicPr>
          <p:cNvPr id="221" name="Google Shape;221;p16"/>
          <p:cNvPicPr preferRelativeResize="0"/>
          <p:nvPr/>
        </p:nvPicPr>
        <p:blipFill rotWithShape="1">
          <a:blip r:embed="rId4">
            <a:alphaModFix/>
          </a:blip>
          <a:srcRect b="0" l="0" r="0" t="0"/>
          <a:stretch/>
        </p:blipFill>
        <p:spPr>
          <a:xfrm>
            <a:off x="6377693" y="1379231"/>
            <a:ext cx="1876275" cy="3856929"/>
          </a:xfrm>
          <a:prstGeom prst="rect">
            <a:avLst/>
          </a:prstGeom>
          <a:noFill/>
          <a:ln>
            <a:noFill/>
          </a:ln>
        </p:spPr>
      </p:pic>
      <p:pic>
        <p:nvPicPr>
          <p:cNvPr id="222" name="Google Shape;222;p16"/>
          <p:cNvPicPr preferRelativeResize="0"/>
          <p:nvPr/>
        </p:nvPicPr>
        <p:blipFill rotWithShape="1">
          <a:blip r:embed="rId5">
            <a:alphaModFix/>
          </a:blip>
          <a:srcRect b="0" l="0" r="0" t="0"/>
          <a:stretch/>
        </p:blipFill>
        <p:spPr>
          <a:xfrm>
            <a:off x="8737085" y="1379231"/>
            <a:ext cx="1997466" cy="3748867"/>
          </a:xfrm>
          <a:prstGeom prst="rect">
            <a:avLst/>
          </a:prstGeom>
          <a:noFill/>
          <a:ln>
            <a:noFill/>
          </a:ln>
        </p:spPr>
      </p:pic>
      <p:sp>
        <p:nvSpPr>
          <p:cNvPr id="223" name="Google Shape;223;p16"/>
          <p:cNvSpPr/>
          <p:nvPr/>
        </p:nvSpPr>
        <p:spPr>
          <a:xfrm>
            <a:off x="3627120" y="-1"/>
            <a:ext cx="12192000"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24" name="Google Shape;224;p16"/>
          <p:cNvSpPr/>
          <p:nvPr/>
        </p:nvSpPr>
        <p:spPr>
          <a:xfrm>
            <a:off x="3627120" y="3733799"/>
            <a:ext cx="12192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        </a:t>
            </a:r>
            <a:endParaRPr b="0" i="0" sz="1800" u="none" cap="none" strike="noStrike">
              <a:solidFill>
                <a:schemeClr val="dk1"/>
              </a:solidFill>
              <a:latin typeface="Arial"/>
              <a:ea typeface="Arial"/>
              <a:cs typeface="Arial"/>
              <a:sym typeface="Arial"/>
            </a:endParaRPr>
          </a:p>
        </p:txBody>
      </p:sp>
      <p:sp>
        <p:nvSpPr>
          <p:cNvPr id="225" name="Google Shape;225;p16"/>
          <p:cNvSpPr/>
          <p:nvPr/>
        </p:nvSpPr>
        <p:spPr>
          <a:xfrm>
            <a:off x="3627120" y="7002462"/>
            <a:ext cx="12192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7"/>
          <p:cNvSpPr txBox="1"/>
          <p:nvPr>
            <p:ph type="title"/>
          </p:nvPr>
        </p:nvSpPr>
        <p:spPr>
          <a:xfrm>
            <a:off x="252919" y="1123837"/>
            <a:ext cx="2947482" cy="460118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200"/>
              <a:buFont typeface="Times New Roman"/>
              <a:buNone/>
            </a:pPr>
            <a:r>
              <a:rPr lang="en-US" sz="3200">
                <a:latin typeface="Times New Roman"/>
                <a:ea typeface="Times New Roman"/>
                <a:cs typeface="Times New Roman"/>
                <a:sym typeface="Times New Roman"/>
              </a:rPr>
              <a:t>Implementation:Admin side</a:t>
            </a:r>
            <a:endParaRPr sz="3200">
              <a:latin typeface="Times New Roman"/>
              <a:ea typeface="Times New Roman"/>
              <a:cs typeface="Times New Roman"/>
              <a:sym typeface="Times New Roman"/>
            </a:endParaRPr>
          </a:p>
        </p:txBody>
      </p:sp>
      <p:pic>
        <p:nvPicPr>
          <p:cNvPr id="231" name="Google Shape;231;p17"/>
          <p:cNvPicPr preferRelativeResize="0"/>
          <p:nvPr/>
        </p:nvPicPr>
        <p:blipFill rotWithShape="1">
          <a:blip r:embed="rId3">
            <a:alphaModFix/>
          </a:blip>
          <a:srcRect b="0" l="0" r="0" t="0"/>
          <a:stretch/>
        </p:blipFill>
        <p:spPr>
          <a:xfrm>
            <a:off x="3885100" y="1325203"/>
            <a:ext cx="1830997" cy="3856930"/>
          </a:xfrm>
          <a:prstGeom prst="rect">
            <a:avLst/>
          </a:prstGeom>
          <a:noFill/>
          <a:ln>
            <a:noFill/>
          </a:ln>
        </p:spPr>
      </p:pic>
      <p:pic>
        <p:nvPicPr>
          <p:cNvPr id="232" name="Google Shape;232;p17"/>
          <p:cNvPicPr preferRelativeResize="0"/>
          <p:nvPr/>
        </p:nvPicPr>
        <p:blipFill rotWithShape="1">
          <a:blip r:embed="rId4">
            <a:alphaModFix/>
          </a:blip>
          <a:srcRect b="0" l="0" r="0" t="0"/>
          <a:stretch/>
        </p:blipFill>
        <p:spPr>
          <a:xfrm>
            <a:off x="6401981" y="1379231"/>
            <a:ext cx="1827698" cy="3856929"/>
          </a:xfrm>
          <a:prstGeom prst="rect">
            <a:avLst/>
          </a:prstGeom>
          <a:noFill/>
          <a:ln>
            <a:noFill/>
          </a:ln>
        </p:spPr>
      </p:pic>
      <p:pic>
        <p:nvPicPr>
          <p:cNvPr id="233" name="Google Shape;233;p17"/>
          <p:cNvPicPr preferRelativeResize="0"/>
          <p:nvPr/>
        </p:nvPicPr>
        <p:blipFill rotWithShape="1">
          <a:blip r:embed="rId5">
            <a:alphaModFix/>
          </a:blip>
          <a:srcRect b="0" l="0" r="0" t="0"/>
          <a:stretch/>
        </p:blipFill>
        <p:spPr>
          <a:xfrm>
            <a:off x="8845970" y="1379231"/>
            <a:ext cx="1779696" cy="3748867"/>
          </a:xfrm>
          <a:prstGeom prst="rect">
            <a:avLst/>
          </a:prstGeom>
          <a:noFill/>
          <a:ln>
            <a:noFill/>
          </a:ln>
        </p:spPr>
      </p:pic>
      <p:sp>
        <p:nvSpPr>
          <p:cNvPr id="234" name="Google Shape;234;p17"/>
          <p:cNvSpPr/>
          <p:nvPr/>
        </p:nvSpPr>
        <p:spPr>
          <a:xfrm>
            <a:off x="3627120" y="-1"/>
            <a:ext cx="12192000"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35" name="Google Shape;235;p17"/>
          <p:cNvSpPr/>
          <p:nvPr/>
        </p:nvSpPr>
        <p:spPr>
          <a:xfrm>
            <a:off x="3627120" y="3733799"/>
            <a:ext cx="12192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        </a:t>
            </a:r>
            <a:endParaRPr b="0" i="0" sz="1800" u="none" cap="none" strike="noStrike">
              <a:solidFill>
                <a:schemeClr val="dk1"/>
              </a:solidFill>
              <a:latin typeface="Arial"/>
              <a:ea typeface="Arial"/>
              <a:cs typeface="Arial"/>
              <a:sym typeface="Arial"/>
            </a:endParaRPr>
          </a:p>
        </p:txBody>
      </p:sp>
      <p:sp>
        <p:nvSpPr>
          <p:cNvPr id="236" name="Google Shape;236;p17"/>
          <p:cNvSpPr/>
          <p:nvPr/>
        </p:nvSpPr>
        <p:spPr>
          <a:xfrm>
            <a:off x="3627120" y="7002462"/>
            <a:ext cx="12192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8"/>
          <p:cNvSpPr txBox="1"/>
          <p:nvPr>
            <p:ph type="title"/>
          </p:nvPr>
        </p:nvSpPr>
        <p:spPr>
          <a:xfrm>
            <a:off x="252919" y="1123837"/>
            <a:ext cx="2947482" cy="460118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200"/>
              <a:buFont typeface="Times New Roman"/>
              <a:buNone/>
            </a:pPr>
            <a:r>
              <a:rPr lang="en-US" sz="3200">
                <a:latin typeface="Times New Roman"/>
                <a:ea typeface="Times New Roman"/>
                <a:cs typeface="Times New Roman"/>
                <a:sym typeface="Times New Roman"/>
              </a:rPr>
              <a:t>Implementation:Admin side</a:t>
            </a:r>
            <a:endParaRPr sz="3200">
              <a:latin typeface="Times New Roman"/>
              <a:ea typeface="Times New Roman"/>
              <a:cs typeface="Times New Roman"/>
              <a:sym typeface="Times New Roman"/>
            </a:endParaRPr>
          </a:p>
        </p:txBody>
      </p:sp>
      <p:pic>
        <p:nvPicPr>
          <p:cNvPr id="242" name="Google Shape;242;p18"/>
          <p:cNvPicPr preferRelativeResize="0"/>
          <p:nvPr/>
        </p:nvPicPr>
        <p:blipFill rotWithShape="1">
          <a:blip r:embed="rId3">
            <a:alphaModFix/>
          </a:blip>
          <a:srcRect b="0" l="0" r="0" t="0"/>
          <a:stretch/>
        </p:blipFill>
        <p:spPr>
          <a:xfrm>
            <a:off x="3885100" y="1415574"/>
            <a:ext cx="1830997" cy="3676188"/>
          </a:xfrm>
          <a:prstGeom prst="rect">
            <a:avLst/>
          </a:prstGeom>
          <a:noFill/>
          <a:ln>
            <a:noFill/>
          </a:ln>
        </p:spPr>
      </p:pic>
      <p:pic>
        <p:nvPicPr>
          <p:cNvPr id="243" name="Google Shape;243;p18"/>
          <p:cNvPicPr preferRelativeResize="0"/>
          <p:nvPr/>
        </p:nvPicPr>
        <p:blipFill rotWithShape="1">
          <a:blip r:embed="rId4">
            <a:alphaModFix/>
          </a:blip>
          <a:srcRect b="0" l="0" r="0" t="0"/>
          <a:stretch/>
        </p:blipFill>
        <p:spPr>
          <a:xfrm>
            <a:off x="6401981" y="1382705"/>
            <a:ext cx="1827698" cy="3745392"/>
          </a:xfrm>
          <a:prstGeom prst="rect">
            <a:avLst/>
          </a:prstGeom>
          <a:noFill/>
          <a:ln>
            <a:noFill/>
          </a:ln>
        </p:spPr>
      </p:pic>
      <p:pic>
        <p:nvPicPr>
          <p:cNvPr id="244" name="Google Shape;244;p18"/>
          <p:cNvPicPr preferRelativeResize="0"/>
          <p:nvPr/>
        </p:nvPicPr>
        <p:blipFill rotWithShape="1">
          <a:blip r:embed="rId5">
            <a:alphaModFix/>
          </a:blip>
          <a:srcRect b="0" l="0" r="0" t="0"/>
          <a:stretch/>
        </p:blipFill>
        <p:spPr>
          <a:xfrm>
            <a:off x="8847573" y="1379231"/>
            <a:ext cx="1776490" cy="3748867"/>
          </a:xfrm>
          <a:prstGeom prst="rect">
            <a:avLst/>
          </a:prstGeom>
          <a:noFill/>
          <a:ln>
            <a:noFill/>
          </a:ln>
        </p:spPr>
      </p:pic>
      <p:sp>
        <p:nvSpPr>
          <p:cNvPr id="245" name="Google Shape;245;p18"/>
          <p:cNvSpPr/>
          <p:nvPr/>
        </p:nvSpPr>
        <p:spPr>
          <a:xfrm>
            <a:off x="3627120" y="-1"/>
            <a:ext cx="12192000"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46" name="Google Shape;246;p18"/>
          <p:cNvSpPr/>
          <p:nvPr/>
        </p:nvSpPr>
        <p:spPr>
          <a:xfrm>
            <a:off x="3627120" y="3733799"/>
            <a:ext cx="12192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        </a:t>
            </a:r>
            <a:endParaRPr b="0" i="0" sz="1800" u="none" cap="none" strike="noStrike">
              <a:solidFill>
                <a:schemeClr val="dk1"/>
              </a:solidFill>
              <a:latin typeface="Arial"/>
              <a:ea typeface="Arial"/>
              <a:cs typeface="Arial"/>
              <a:sym typeface="Arial"/>
            </a:endParaRPr>
          </a:p>
        </p:txBody>
      </p:sp>
      <p:sp>
        <p:nvSpPr>
          <p:cNvPr id="247" name="Google Shape;247;p18"/>
          <p:cNvSpPr/>
          <p:nvPr/>
        </p:nvSpPr>
        <p:spPr>
          <a:xfrm>
            <a:off x="3627120" y="7002462"/>
            <a:ext cx="12192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9"/>
          <p:cNvSpPr txBox="1"/>
          <p:nvPr>
            <p:ph type="title"/>
          </p:nvPr>
        </p:nvSpPr>
        <p:spPr>
          <a:xfrm>
            <a:off x="252919" y="1123837"/>
            <a:ext cx="2947482" cy="460118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3200"/>
              <a:buFont typeface="Times New Roman"/>
              <a:buNone/>
            </a:pPr>
            <a:r>
              <a:rPr lang="en-US" sz="3200">
                <a:latin typeface="Times New Roman"/>
                <a:ea typeface="Times New Roman"/>
                <a:cs typeface="Times New Roman"/>
                <a:sym typeface="Times New Roman"/>
              </a:rPr>
              <a:t>Conclusion and future work </a:t>
            </a:r>
            <a:br>
              <a:rPr lang="en-US" sz="3200">
                <a:latin typeface="Times New Roman"/>
                <a:ea typeface="Times New Roman"/>
                <a:cs typeface="Times New Roman"/>
                <a:sym typeface="Times New Roman"/>
              </a:rPr>
            </a:br>
            <a:endParaRPr sz="3200"/>
          </a:p>
        </p:txBody>
      </p:sp>
      <p:sp>
        <p:nvSpPr>
          <p:cNvPr id="253" name="Google Shape;253;p19"/>
          <p:cNvSpPr/>
          <p:nvPr/>
        </p:nvSpPr>
        <p:spPr>
          <a:xfrm>
            <a:off x="3627120" y="-1"/>
            <a:ext cx="12192000"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54" name="Google Shape;254;p19"/>
          <p:cNvSpPr/>
          <p:nvPr/>
        </p:nvSpPr>
        <p:spPr>
          <a:xfrm>
            <a:off x="3627120" y="3733799"/>
            <a:ext cx="12192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        </a:t>
            </a:r>
            <a:endParaRPr b="0" i="0" sz="1800" u="none" cap="none" strike="noStrike">
              <a:solidFill>
                <a:schemeClr val="dk1"/>
              </a:solidFill>
              <a:latin typeface="Arial"/>
              <a:ea typeface="Arial"/>
              <a:cs typeface="Arial"/>
              <a:sym typeface="Arial"/>
            </a:endParaRPr>
          </a:p>
        </p:txBody>
      </p:sp>
      <p:sp>
        <p:nvSpPr>
          <p:cNvPr id="255" name="Google Shape;255;p19"/>
          <p:cNvSpPr/>
          <p:nvPr/>
        </p:nvSpPr>
        <p:spPr>
          <a:xfrm>
            <a:off x="3627120" y="7002462"/>
            <a:ext cx="12192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      </a:t>
            </a:r>
            <a:endParaRPr b="0" i="0" sz="1800" u="none" cap="none" strike="noStrike">
              <a:solidFill>
                <a:schemeClr val="dk1"/>
              </a:solidFill>
              <a:latin typeface="Arial"/>
              <a:ea typeface="Arial"/>
              <a:cs typeface="Arial"/>
              <a:sym typeface="Arial"/>
            </a:endParaRPr>
          </a:p>
        </p:txBody>
      </p:sp>
      <p:sp>
        <p:nvSpPr>
          <p:cNvPr id="256" name="Google Shape;256;p19"/>
          <p:cNvSpPr txBox="1"/>
          <p:nvPr/>
        </p:nvSpPr>
        <p:spPr>
          <a:xfrm>
            <a:off x="3749040" y="990172"/>
            <a:ext cx="7752080" cy="4868512"/>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2800"/>
              <a:buFont typeface="Times New Roman"/>
              <a:buNone/>
            </a:pPr>
            <a:r>
              <a:rPr b="1" lang="en-US" sz="2800">
                <a:solidFill>
                  <a:schemeClr val="dk1"/>
                </a:solidFill>
                <a:latin typeface="Times New Roman"/>
                <a:ea typeface="Times New Roman"/>
                <a:cs typeface="Times New Roman"/>
                <a:sym typeface="Times New Roman"/>
              </a:rPr>
              <a:t>Conclusion:</a:t>
            </a:r>
            <a:endParaRPr sz="2800">
              <a:solidFill>
                <a:schemeClr val="dk1"/>
              </a:solidFill>
              <a:latin typeface="Calibri"/>
              <a:ea typeface="Calibri"/>
              <a:cs typeface="Calibri"/>
              <a:sym typeface="Calibri"/>
            </a:endParaRPr>
          </a:p>
          <a:p>
            <a:pPr indent="0" lvl="0" marL="0" marR="0" rtl="0" algn="just">
              <a:lnSpc>
                <a:spcPct val="115000"/>
              </a:lnSpc>
              <a:spcBef>
                <a:spcPts val="1000"/>
              </a:spcBef>
              <a:spcAft>
                <a:spcPts val="0"/>
              </a:spcAft>
              <a:buClr>
                <a:schemeClr val="dk1"/>
              </a:buClr>
              <a:buSzPts val="1800"/>
              <a:buFont typeface="Times New Roman"/>
              <a:buNone/>
            </a:pPr>
            <a:r>
              <a:rPr lang="en-US" sz="1800">
                <a:solidFill>
                  <a:schemeClr val="dk1"/>
                </a:solidFill>
                <a:latin typeface="Times New Roman"/>
                <a:ea typeface="Times New Roman"/>
                <a:cs typeface="Times New Roman"/>
                <a:sym typeface="Times New Roman"/>
              </a:rPr>
              <a:t>The </a:t>
            </a:r>
            <a:r>
              <a:rPr b="1" lang="en-US" sz="1800">
                <a:solidFill>
                  <a:schemeClr val="dk1"/>
                </a:solidFill>
                <a:latin typeface="Times New Roman"/>
                <a:ea typeface="Times New Roman"/>
                <a:cs typeface="Times New Roman"/>
                <a:sym typeface="Times New Roman"/>
              </a:rPr>
              <a:t>Job Portal System</a:t>
            </a:r>
            <a:r>
              <a:rPr lang="en-US" sz="1800">
                <a:solidFill>
                  <a:schemeClr val="dk1"/>
                </a:solidFill>
                <a:latin typeface="Times New Roman"/>
                <a:ea typeface="Times New Roman"/>
                <a:cs typeface="Times New Roman"/>
                <a:sym typeface="Times New Roman"/>
              </a:rPr>
              <a:t> was developed to simplify the job search and hiring process by providing an efficient platform for both job seekers and employers. The system successfully enables functionalities like user registration, login, job posting, job searching, and application management. It creates a bridge between candidates and recruiters through an easy-to-use, secure, and responsive platform.</a:t>
            </a:r>
            <a:endParaRPr sz="1800">
              <a:solidFill>
                <a:schemeClr val="dk1"/>
              </a:solidFill>
              <a:latin typeface="Calibri"/>
              <a:ea typeface="Calibri"/>
              <a:cs typeface="Calibri"/>
              <a:sym typeface="Calibri"/>
            </a:endParaRPr>
          </a:p>
          <a:p>
            <a:pPr indent="0" lvl="0" marL="0" marR="0" rtl="0" algn="l">
              <a:lnSpc>
                <a:spcPct val="115000"/>
              </a:lnSpc>
              <a:spcBef>
                <a:spcPts val="1000"/>
              </a:spcBef>
              <a:spcAft>
                <a:spcPts val="0"/>
              </a:spcAft>
              <a:buClr>
                <a:schemeClr val="dk1"/>
              </a:buClr>
              <a:buSzPts val="2800"/>
              <a:buFont typeface="Times New Roman"/>
              <a:buNone/>
            </a:pPr>
            <a:r>
              <a:rPr b="1" lang="en-US" sz="2800">
                <a:solidFill>
                  <a:schemeClr val="dk1"/>
                </a:solidFill>
                <a:latin typeface="Times New Roman"/>
                <a:ea typeface="Times New Roman"/>
                <a:cs typeface="Times New Roman"/>
                <a:sym typeface="Times New Roman"/>
              </a:rPr>
              <a:t>Future work:</a:t>
            </a:r>
            <a:endParaRPr sz="2800">
              <a:solidFill>
                <a:schemeClr val="dk1"/>
              </a:solidFill>
              <a:latin typeface="Calibri"/>
              <a:ea typeface="Calibri"/>
              <a:cs typeface="Calibri"/>
              <a:sym typeface="Calibri"/>
            </a:endParaRPr>
          </a:p>
          <a:p>
            <a:pPr indent="-342900" lvl="0" marL="342900" marR="0" rtl="0" algn="l">
              <a:lnSpc>
                <a:spcPct val="115000"/>
              </a:lnSpc>
              <a:spcBef>
                <a:spcPts val="1000"/>
              </a:spcBef>
              <a:spcAft>
                <a:spcPts val="0"/>
              </a:spcAft>
              <a:buClr>
                <a:schemeClr val="dk1"/>
              </a:buClr>
              <a:buSzPts val="1800"/>
              <a:buFont typeface="Noto Sans Symbols"/>
              <a:buChar char="∙"/>
            </a:pPr>
            <a:r>
              <a:rPr b="1" lang="en-US" sz="1800">
                <a:solidFill>
                  <a:schemeClr val="dk1"/>
                </a:solidFill>
                <a:latin typeface="Calibri"/>
                <a:ea typeface="Calibri"/>
                <a:cs typeface="Calibri"/>
                <a:sym typeface="Calibri"/>
              </a:rPr>
              <a:t>Chatbot Integration</a:t>
            </a:r>
            <a:r>
              <a:rPr lang="en-US" sz="1800">
                <a:solidFill>
                  <a:schemeClr val="dk1"/>
                </a:solidFill>
                <a:latin typeface="Times New Roman"/>
                <a:ea typeface="Times New Roman"/>
                <a:cs typeface="Times New Roman"/>
                <a:sym typeface="Times New Roman"/>
              </a:rPr>
              <a:t>: Implement a chatbot for easy and instant communication between companies and users, improving support and query handling.</a:t>
            </a:r>
            <a:endParaRPr sz="1800">
              <a:solidFill>
                <a:schemeClr val="dk1"/>
              </a:solidFill>
              <a:latin typeface="Calibri"/>
              <a:ea typeface="Calibri"/>
              <a:cs typeface="Calibri"/>
              <a:sym typeface="Calibri"/>
            </a:endParaRPr>
          </a:p>
          <a:p>
            <a:pPr indent="-342900" lvl="0" marL="342900" marR="0" rtl="0" algn="l">
              <a:lnSpc>
                <a:spcPct val="115000"/>
              </a:lnSpc>
              <a:spcBef>
                <a:spcPts val="1000"/>
              </a:spcBef>
              <a:spcAft>
                <a:spcPts val="0"/>
              </a:spcAft>
              <a:buClr>
                <a:schemeClr val="dk1"/>
              </a:buClr>
              <a:buSzPts val="1800"/>
              <a:buFont typeface="Noto Sans Symbols"/>
              <a:buChar char="∙"/>
            </a:pPr>
            <a:r>
              <a:rPr b="1" lang="en-US" sz="1800">
                <a:solidFill>
                  <a:schemeClr val="dk1"/>
                </a:solidFill>
                <a:latin typeface="Calibri"/>
                <a:ea typeface="Calibri"/>
                <a:cs typeface="Calibri"/>
                <a:sym typeface="Calibri"/>
              </a:rPr>
              <a:t>On-App Interview and Quiz Module</a:t>
            </a:r>
            <a:r>
              <a:rPr lang="en-US" sz="1800">
                <a:solidFill>
                  <a:schemeClr val="dk1"/>
                </a:solidFill>
                <a:latin typeface="Times New Roman"/>
                <a:ea typeface="Times New Roman"/>
                <a:cs typeface="Times New Roman"/>
                <a:sym typeface="Times New Roman"/>
              </a:rPr>
              <a:t>: Introduce online interviews and quiz assessments directly within the app to streamline the recruitment process.</a:t>
            </a:r>
            <a:endParaRPr sz="1800">
              <a:solidFill>
                <a:schemeClr val="dk1"/>
              </a:solidFill>
              <a:latin typeface="Calibri"/>
              <a:ea typeface="Calibri"/>
              <a:cs typeface="Calibri"/>
              <a:sym typeface="Calibri"/>
            </a:endParaRPr>
          </a:p>
          <a:p>
            <a:pPr indent="0" lvl="0" marL="0" marR="0" rtl="0" algn="l">
              <a:spcBef>
                <a:spcPts val="1000"/>
              </a:spcBef>
              <a:spcAft>
                <a:spcPts val="0"/>
              </a:spcAft>
              <a:buNone/>
            </a:pPr>
            <a:r>
              <a:t/>
            </a:r>
            <a:endParaRPr sz="1800">
              <a:solidFill>
                <a:schemeClr val="dk1"/>
              </a:solidFill>
              <a:latin typeface="Corbel"/>
              <a:ea typeface="Corbel"/>
              <a:cs typeface="Corbel"/>
              <a:sym typeface="Corbe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0"/>
          <p:cNvSpPr txBox="1"/>
          <p:nvPr>
            <p:ph type="title"/>
          </p:nvPr>
        </p:nvSpPr>
        <p:spPr>
          <a:xfrm>
            <a:off x="252919" y="1123837"/>
            <a:ext cx="2947482" cy="460118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3600"/>
              <a:buFont typeface="Times New Roman"/>
              <a:buNone/>
            </a:pPr>
            <a:r>
              <a:rPr lang="en-US">
                <a:latin typeface="Times New Roman"/>
                <a:ea typeface="Times New Roman"/>
                <a:cs typeface="Times New Roman"/>
                <a:sym typeface="Times New Roman"/>
              </a:rPr>
              <a:t>References</a:t>
            </a:r>
            <a:endParaRPr/>
          </a:p>
        </p:txBody>
      </p:sp>
      <p:sp>
        <p:nvSpPr>
          <p:cNvPr id="262" name="Google Shape;262;p20"/>
          <p:cNvSpPr txBox="1"/>
          <p:nvPr>
            <p:ph idx="1" type="body"/>
          </p:nvPr>
        </p:nvSpPr>
        <p:spPr>
          <a:xfrm>
            <a:off x="3735832" y="970280"/>
            <a:ext cx="7043928" cy="5120640"/>
          </a:xfrm>
          <a:prstGeom prst="rect">
            <a:avLst/>
          </a:prstGeom>
          <a:noFill/>
          <a:ln>
            <a:noFill/>
          </a:ln>
        </p:spPr>
        <p:txBody>
          <a:bodyPr anchorCtr="0" anchor="ctr" bIns="45700" lIns="91425" spcFirstLastPara="1" rIns="91425" wrap="square" tIns="45700">
            <a:normAutofit fontScale="92500" lnSpcReduction="10000"/>
          </a:bodyPr>
          <a:lstStyle/>
          <a:p>
            <a:pPr indent="-342931" lvl="0" marL="342900" rtl="0" algn="just">
              <a:lnSpc>
                <a:spcPct val="115000"/>
              </a:lnSpc>
              <a:spcBef>
                <a:spcPts val="0"/>
              </a:spcBef>
              <a:spcAft>
                <a:spcPts val="0"/>
              </a:spcAft>
              <a:buSzPct val="100000"/>
              <a:buFont typeface="Noto Sans Symbols"/>
              <a:buChar char="∙"/>
            </a:pPr>
            <a:r>
              <a:rPr lang="en-US" sz="1900">
                <a:solidFill>
                  <a:srgbClr val="000000"/>
                </a:solidFill>
                <a:latin typeface="Times New Roman"/>
                <a:ea typeface="Times New Roman"/>
                <a:cs typeface="Times New Roman"/>
                <a:sym typeface="Times New Roman"/>
              </a:rPr>
              <a:t>Firebase Documentation: https://firebase.google.com/docs</a:t>
            </a:r>
            <a:endParaRPr sz="1900">
              <a:latin typeface="Times New Roman"/>
              <a:ea typeface="Times New Roman"/>
              <a:cs typeface="Times New Roman"/>
              <a:sym typeface="Times New Roman"/>
            </a:endParaRPr>
          </a:p>
          <a:p>
            <a:pPr indent="-342931" lvl="0" marL="342900" rtl="0" algn="just">
              <a:lnSpc>
                <a:spcPct val="115000"/>
              </a:lnSpc>
              <a:spcBef>
                <a:spcPts val="1200"/>
              </a:spcBef>
              <a:spcAft>
                <a:spcPts val="0"/>
              </a:spcAft>
              <a:buSzPct val="100000"/>
              <a:buFont typeface="Noto Sans Symbols"/>
              <a:buChar char="∙"/>
            </a:pPr>
            <a:r>
              <a:rPr lang="en-US" sz="1900">
                <a:solidFill>
                  <a:srgbClr val="000000"/>
                </a:solidFill>
                <a:latin typeface="Times New Roman"/>
                <a:ea typeface="Times New Roman"/>
                <a:cs typeface="Times New Roman"/>
                <a:sym typeface="Times New Roman"/>
              </a:rPr>
              <a:t>Flutter Official Documentation: https://docs.flutter.dev/</a:t>
            </a:r>
            <a:endParaRPr sz="1900">
              <a:latin typeface="Times New Roman"/>
              <a:ea typeface="Times New Roman"/>
              <a:cs typeface="Times New Roman"/>
              <a:sym typeface="Times New Roman"/>
            </a:endParaRPr>
          </a:p>
          <a:p>
            <a:pPr indent="-342931" lvl="0" marL="342900" rtl="0" algn="just">
              <a:lnSpc>
                <a:spcPct val="115000"/>
              </a:lnSpc>
              <a:spcBef>
                <a:spcPts val="1200"/>
              </a:spcBef>
              <a:spcAft>
                <a:spcPts val="0"/>
              </a:spcAft>
              <a:buSzPct val="100000"/>
              <a:buFont typeface="Noto Sans Symbols"/>
              <a:buChar char="∙"/>
            </a:pPr>
            <a:r>
              <a:rPr lang="en-US" sz="1900">
                <a:solidFill>
                  <a:srgbClr val="000000"/>
                </a:solidFill>
                <a:latin typeface="Times New Roman"/>
                <a:ea typeface="Times New Roman"/>
                <a:cs typeface="Times New Roman"/>
                <a:sym typeface="Times New Roman"/>
              </a:rPr>
              <a:t>FlutterFire (Firebase for Flutter) Documentation: https://firebase.flutter.dev/</a:t>
            </a:r>
            <a:endParaRPr sz="1900">
              <a:latin typeface="Times New Roman"/>
              <a:ea typeface="Times New Roman"/>
              <a:cs typeface="Times New Roman"/>
              <a:sym typeface="Times New Roman"/>
            </a:endParaRPr>
          </a:p>
          <a:p>
            <a:pPr indent="-342931" lvl="0" marL="342900" rtl="0" algn="just">
              <a:lnSpc>
                <a:spcPct val="115000"/>
              </a:lnSpc>
              <a:spcBef>
                <a:spcPts val="1200"/>
              </a:spcBef>
              <a:spcAft>
                <a:spcPts val="0"/>
              </a:spcAft>
              <a:buSzPct val="100000"/>
              <a:buFont typeface="Noto Sans Symbols"/>
              <a:buChar char="∙"/>
            </a:pPr>
            <a:r>
              <a:rPr lang="en-US" sz="1900">
                <a:solidFill>
                  <a:srgbClr val="000000"/>
                </a:solidFill>
                <a:latin typeface="Times New Roman"/>
                <a:ea typeface="Times New Roman"/>
                <a:cs typeface="Times New Roman"/>
                <a:sym typeface="Times New Roman"/>
              </a:rPr>
              <a:t>Dart Programming Language Documentation (for Flutter): https://dart.dev/guides</a:t>
            </a:r>
            <a:endParaRPr sz="1900">
              <a:latin typeface="Times New Roman"/>
              <a:ea typeface="Times New Roman"/>
              <a:cs typeface="Times New Roman"/>
              <a:sym typeface="Times New Roman"/>
            </a:endParaRPr>
          </a:p>
          <a:p>
            <a:pPr indent="-342931" lvl="0" marL="342900" rtl="0" algn="just">
              <a:lnSpc>
                <a:spcPct val="115000"/>
              </a:lnSpc>
              <a:spcBef>
                <a:spcPts val="1200"/>
              </a:spcBef>
              <a:spcAft>
                <a:spcPts val="0"/>
              </a:spcAft>
              <a:buSzPct val="100000"/>
              <a:buFont typeface="Noto Sans Symbols"/>
              <a:buChar char="∙"/>
            </a:pPr>
            <a:r>
              <a:rPr lang="en-US" sz="1900">
                <a:solidFill>
                  <a:srgbClr val="000000"/>
                </a:solidFill>
                <a:latin typeface="Times New Roman"/>
                <a:ea typeface="Times New Roman"/>
                <a:cs typeface="Times New Roman"/>
                <a:sym typeface="Times New Roman"/>
              </a:rPr>
              <a:t>Draw.io (for Diagram Drawing Online): https://app.diagrams.net/</a:t>
            </a:r>
            <a:endParaRPr sz="1900">
              <a:latin typeface="Times New Roman"/>
              <a:ea typeface="Times New Roman"/>
              <a:cs typeface="Times New Roman"/>
              <a:sym typeface="Times New Roman"/>
            </a:endParaRPr>
          </a:p>
          <a:p>
            <a:pPr indent="-342931" lvl="0" marL="342900" rtl="0" algn="just">
              <a:lnSpc>
                <a:spcPct val="115000"/>
              </a:lnSpc>
              <a:spcBef>
                <a:spcPts val="1200"/>
              </a:spcBef>
              <a:spcAft>
                <a:spcPts val="0"/>
              </a:spcAft>
              <a:buSzPct val="100000"/>
              <a:buFont typeface="Noto Sans Symbols"/>
              <a:buChar char="∙"/>
            </a:pPr>
            <a:r>
              <a:rPr lang="en-US" sz="1900">
                <a:solidFill>
                  <a:srgbClr val="000000"/>
                </a:solidFill>
                <a:latin typeface="Times New Roman"/>
                <a:ea typeface="Times New Roman"/>
                <a:cs typeface="Times New Roman"/>
                <a:sym typeface="Times New Roman"/>
              </a:rPr>
              <a:t>PlantUML (for Code-based Diagrams): </a:t>
            </a:r>
            <a:r>
              <a:rPr lang="en-US" sz="1900" u="sng">
                <a:solidFill>
                  <a:srgbClr val="000000"/>
                </a:solidFill>
                <a:latin typeface="Times New Roman"/>
                <a:ea typeface="Times New Roman"/>
                <a:cs typeface="Times New Roman"/>
                <a:sym typeface="Times New Roman"/>
                <a:hlinkClick r:id="rId3">
                  <a:extLst>
                    <a:ext uri="{A12FA001-AC4F-418D-AE19-62706E023703}">
                      <ahyp:hlinkClr val="tx"/>
                    </a:ext>
                  </a:extLst>
                </a:hlinkClick>
              </a:rPr>
              <a:t>https://plantuml.com/</a:t>
            </a:r>
            <a:endParaRPr sz="1900">
              <a:latin typeface="Times New Roman"/>
              <a:ea typeface="Times New Roman"/>
              <a:cs typeface="Times New Roman"/>
              <a:sym typeface="Times New Roman"/>
            </a:endParaRPr>
          </a:p>
          <a:p>
            <a:pPr indent="-342931" lvl="0" marL="342900" rtl="0" algn="just">
              <a:lnSpc>
                <a:spcPct val="115000"/>
              </a:lnSpc>
              <a:spcBef>
                <a:spcPts val="1200"/>
              </a:spcBef>
              <a:spcAft>
                <a:spcPts val="0"/>
              </a:spcAft>
              <a:buSzPct val="100000"/>
              <a:buFont typeface="Noto Sans Symbols"/>
              <a:buChar char="∙"/>
            </a:pPr>
            <a:r>
              <a:rPr lang="en-US" sz="1900">
                <a:solidFill>
                  <a:srgbClr val="000000"/>
                </a:solidFill>
                <a:latin typeface="Times New Roman"/>
                <a:ea typeface="Times New Roman"/>
                <a:cs typeface="Times New Roman"/>
                <a:sym typeface="Times New Roman"/>
              </a:rPr>
              <a:t>DeepSeek Ai</a:t>
            </a:r>
            <a:endParaRPr sz="1900">
              <a:latin typeface="Times New Roman"/>
              <a:ea typeface="Times New Roman"/>
              <a:cs typeface="Times New Roman"/>
              <a:sym typeface="Times New Roman"/>
            </a:endParaRPr>
          </a:p>
          <a:p>
            <a:pPr indent="-342931" lvl="0" marL="342900" rtl="0" algn="just">
              <a:lnSpc>
                <a:spcPct val="115000"/>
              </a:lnSpc>
              <a:spcBef>
                <a:spcPts val="1200"/>
              </a:spcBef>
              <a:spcAft>
                <a:spcPts val="0"/>
              </a:spcAft>
              <a:buSzPct val="100000"/>
              <a:buFont typeface="Noto Sans Symbols"/>
              <a:buChar char="∙"/>
            </a:pPr>
            <a:r>
              <a:rPr lang="en-US" sz="1900">
                <a:solidFill>
                  <a:srgbClr val="000000"/>
                </a:solidFill>
                <a:latin typeface="Times New Roman"/>
                <a:ea typeface="Times New Roman"/>
                <a:cs typeface="Times New Roman"/>
                <a:sym typeface="Times New Roman"/>
              </a:rPr>
              <a:t>OpenAi</a:t>
            </a:r>
            <a:endParaRPr sz="1900">
              <a:latin typeface="Times New Roman"/>
              <a:ea typeface="Times New Roman"/>
              <a:cs typeface="Times New Roman"/>
              <a:sym typeface="Times New Roman"/>
            </a:endParaRPr>
          </a:p>
          <a:p>
            <a:pPr indent="-342931" lvl="0" marL="342900" rtl="0" algn="just">
              <a:lnSpc>
                <a:spcPct val="115000"/>
              </a:lnSpc>
              <a:spcBef>
                <a:spcPts val="1200"/>
              </a:spcBef>
              <a:spcAft>
                <a:spcPts val="0"/>
              </a:spcAft>
              <a:buSzPct val="100000"/>
              <a:buFont typeface="Noto Sans Symbols"/>
              <a:buChar char="∙"/>
            </a:pPr>
            <a:r>
              <a:rPr lang="en-US" sz="1900">
                <a:solidFill>
                  <a:srgbClr val="000000"/>
                </a:solidFill>
                <a:latin typeface="Times New Roman"/>
                <a:ea typeface="Times New Roman"/>
                <a:cs typeface="Times New Roman"/>
                <a:sym typeface="Times New Roman"/>
              </a:rPr>
              <a:t>Lottie images</a:t>
            </a:r>
            <a:endParaRPr sz="1900">
              <a:latin typeface="Times New Roman"/>
              <a:ea typeface="Times New Roman"/>
              <a:cs typeface="Times New Roman"/>
              <a:sym typeface="Times New Roman"/>
            </a:endParaRPr>
          </a:p>
          <a:p>
            <a:pPr indent="-342931" lvl="0" marL="342900" rtl="0" algn="just">
              <a:lnSpc>
                <a:spcPct val="115000"/>
              </a:lnSpc>
              <a:spcBef>
                <a:spcPts val="1200"/>
              </a:spcBef>
              <a:spcAft>
                <a:spcPts val="0"/>
              </a:spcAft>
              <a:buSzPct val="100000"/>
              <a:buFont typeface="Noto Sans Symbols"/>
              <a:buChar char="∙"/>
            </a:pPr>
            <a:r>
              <a:rPr lang="en-US" sz="1900">
                <a:solidFill>
                  <a:srgbClr val="000000"/>
                </a:solidFill>
                <a:latin typeface="Times New Roman"/>
                <a:ea typeface="Times New Roman"/>
                <a:cs typeface="Times New Roman"/>
                <a:sym typeface="Times New Roman"/>
              </a:rPr>
              <a:t>Stack Over Flow</a:t>
            </a:r>
            <a:endParaRPr sz="1900">
              <a:latin typeface="Times New Roman"/>
              <a:ea typeface="Times New Roman"/>
              <a:cs typeface="Times New Roman"/>
              <a:sym typeface="Times New Roman"/>
            </a:endParaRPr>
          </a:p>
          <a:p>
            <a:pPr indent="-65404" lvl="0" marL="182880" rtl="0" algn="l">
              <a:lnSpc>
                <a:spcPct val="90000"/>
              </a:lnSpc>
              <a:spcBef>
                <a:spcPts val="2200"/>
              </a:spcBef>
              <a:spcAft>
                <a:spcPts val="0"/>
              </a:spcAft>
              <a:buSzPct val="1000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ra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